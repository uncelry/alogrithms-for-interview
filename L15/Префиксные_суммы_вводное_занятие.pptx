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Префиксные суммы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Алгоритмы и структуры данных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Префиксные суммы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Подход</a:t>
            </a:r>
            <a:r>
              <a:rPr dirty="0"/>
              <a:t> к </a:t>
            </a:r>
            <a:r>
              <a:rPr dirty="0" err="1"/>
              <a:t>работе</a:t>
            </a:r>
            <a:r>
              <a:rPr dirty="0"/>
              <a:t> с </a:t>
            </a:r>
            <a:r>
              <a:rPr dirty="0" err="1"/>
              <a:t>подмассивами</a:t>
            </a:r>
            <a:endParaRPr dirty="0"/>
          </a:p>
          <a:p>
            <a:r>
              <a:rPr dirty="0" err="1"/>
              <a:t>Оптимизация</a:t>
            </a:r>
            <a:r>
              <a:rPr dirty="0"/>
              <a:t> O(n²) → O(n)</a:t>
            </a:r>
          </a:p>
          <a:p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range queries и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баланс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Идея префикса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prefix[</a:t>
            </a:r>
            <a:r>
              <a:rPr dirty="0" err="1"/>
              <a:t>i</a:t>
            </a:r>
            <a:r>
              <a:rPr dirty="0"/>
              <a:t>] = </a:t>
            </a:r>
            <a:r>
              <a:rPr dirty="0" err="1"/>
              <a:t>сумма</a:t>
            </a:r>
            <a:r>
              <a:rPr dirty="0"/>
              <a:t> </a:t>
            </a:r>
            <a:r>
              <a:rPr dirty="0" err="1"/>
              <a:t>элементов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0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i</a:t>
            </a:r>
            <a:endParaRPr dirty="0"/>
          </a:p>
          <a:p>
            <a:r>
              <a:rPr dirty="0"/>
              <a:t>sum(l, r) = prefix[r] - prefix[l-1]</a:t>
            </a:r>
          </a:p>
          <a:p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используем</a:t>
            </a:r>
            <a:r>
              <a:rPr dirty="0"/>
              <a:t> </a:t>
            </a:r>
            <a:r>
              <a:rPr dirty="0" err="1"/>
              <a:t>массив</a:t>
            </a:r>
            <a:r>
              <a:rPr dirty="0"/>
              <a:t> </a:t>
            </a:r>
            <a:r>
              <a:rPr dirty="0" err="1"/>
              <a:t>размера</a:t>
            </a:r>
            <a:r>
              <a:rPr dirty="0"/>
              <a:t> n+1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применять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запросов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диапазоны</a:t>
            </a:r>
            <a:endParaRPr dirty="0"/>
          </a:p>
          <a:p>
            <a:r>
              <a:rPr dirty="0" err="1"/>
              <a:t>Подмассив</a:t>
            </a:r>
            <a:r>
              <a:rPr dirty="0"/>
              <a:t> с </a:t>
            </a:r>
            <a:r>
              <a:rPr dirty="0" err="1"/>
              <a:t>суммой</a:t>
            </a:r>
            <a:r>
              <a:rPr dirty="0"/>
              <a:t> k</a:t>
            </a:r>
          </a:p>
          <a:p>
            <a:r>
              <a:rPr dirty="0" err="1"/>
              <a:t>Подсчет</a:t>
            </a:r>
            <a:r>
              <a:rPr dirty="0"/>
              <a:t> </a:t>
            </a:r>
            <a:r>
              <a:rPr dirty="0" err="1"/>
              <a:t>количества</a:t>
            </a:r>
            <a:r>
              <a:rPr dirty="0"/>
              <a:t> </a:t>
            </a:r>
            <a:r>
              <a:rPr dirty="0" err="1"/>
              <a:t>подмассивов</a:t>
            </a:r>
            <a:endParaRPr dirty="0"/>
          </a:p>
          <a:p>
            <a:r>
              <a:rPr dirty="0" err="1"/>
              <a:t>Баланс</a:t>
            </a:r>
            <a:r>
              <a:rPr dirty="0"/>
              <a:t> (</a:t>
            </a:r>
            <a:r>
              <a:rPr dirty="0" err="1"/>
              <a:t>равное</a:t>
            </a:r>
            <a:r>
              <a:rPr dirty="0"/>
              <a:t> </a:t>
            </a:r>
            <a:r>
              <a:rPr dirty="0" err="1"/>
              <a:t>количество</a:t>
            </a:r>
            <a:r>
              <a:rPr dirty="0"/>
              <a:t> 0 и 1 и </a:t>
            </a:r>
            <a:r>
              <a:rPr dirty="0" err="1"/>
              <a:t>т.д</a:t>
            </a:r>
            <a:r>
              <a:rPr dirty="0"/>
              <a:t>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Префикс + HashMap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Если</a:t>
            </a:r>
            <a:r>
              <a:rPr dirty="0"/>
              <a:t> prefix[j] - prefix[</a:t>
            </a:r>
            <a:r>
              <a:rPr dirty="0" err="1"/>
              <a:t>i</a:t>
            </a:r>
            <a:r>
              <a:rPr dirty="0"/>
              <a:t>] = k</a:t>
            </a:r>
          </a:p>
          <a:p>
            <a:r>
              <a:rPr dirty="0"/>
              <a:t>→ prefix[</a:t>
            </a:r>
            <a:r>
              <a:rPr dirty="0" err="1"/>
              <a:t>i</a:t>
            </a:r>
            <a:r>
              <a:rPr dirty="0"/>
              <a:t>] = prefix[j] - k</a:t>
            </a:r>
          </a:p>
          <a:p>
            <a:r>
              <a:rPr dirty="0" err="1"/>
              <a:t>Храним</a:t>
            </a:r>
            <a:r>
              <a:rPr dirty="0"/>
              <a:t> </a:t>
            </a:r>
            <a:r>
              <a:rPr dirty="0" err="1"/>
              <a:t>частоты</a:t>
            </a:r>
            <a:r>
              <a:rPr dirty="0"/>
              <a:t> </a:t>
            </a:r>
            <a:r>
              <a:rPr dirty="0" err="1"/>
              <a:t>префиксов</a:t>
            </a:r>
            <a:endParaRPr dirty="0"/>
          </a:p>
          <a:p>
            <a:r>
              <a:rPr dirty="0" err="1"/>
              <a:t>Сложность</a:t>
            </a:r>
            <a:r>
              <a:rPr dirty="0"/>
              <a:t> O(n)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Типовые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Range Sum Query</a:t>
            </a:r>
          </a:p>
          <a:p>
            <a:r>
              <a:rPr dirty="0"/>
              <a:t>Subarray Sum Equals K</a:t>
            </a:r>
          </a:p>
          <a:p>
            <a:r>
              <a:rPr dirty="0"/>
              <a:t>Contiguous Array</a:t>
            </a:r>
          </a:p>
          <a:p>
            <a:r>
              <a:rPr dirty="0"/>
              <a:t>Subarray Sums Divisible by 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Subarray Sum Equals 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Перебор</a:t>
            </a:r>
            <a:r>
              <a:rPr dirty="0"/>
              <a:t> O(n²) → </a:t>
            </a:r>
            <a:r>
              <a:rPr dirty="0" err="1"/>
              <a:t>медленно</a:t>
            </a:r>
            <a:endParaRPr dirty="0"/>
          </a:p>
          <a:p>
            <a:r>
              <a:rPr dirty="0" err="1"/>
              <a:t>Используем</a:t>
            </a:r>
            <a:r>
              <a:rPr dirty="0"/>
              <a:t> prefix + map</a:t>
            </a:r>
          </a:p>
          <a:p>
            <a:r>
              <a:rPr dirty="0"/>
              <a:t>map[prefix] = </a:t>
            </a:r>
            <a:r>
              <a:rPr dirty="0" err="1"/>
              <a:t>количество</a:t>
            </a:r>
            <a:endParaRPr dirty="0"/>
          </a:p>
          <a:p>
            <a:r>
              <a:rPr dirty="0" err="1"/>
              <a:t>Важно</a:t>
            </a:r>
            <a:r>
              <a:rPr dirty="0"/>
              <a:t>: map[0] =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Баланс 0 и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Преобразуем</a:t>
            </a:r>
            <a:r>
              <a:rPr dirty="0"/>
              <a:t> 0 → -1</a:t>
            </a:r>
          </a:p>
          <a:p>
            <a:r>
              <a:rPr dirty="0" err="1"/>
              <a:t>Ищем</a:t>
            </a:r>
            <a:r>
              <a:rPr dirty="0"/>
              <a:t> </a:t>
            </a:r>
            <a:r>
              <a:rPr dirty="0" err="1"/>
              <a:t>подмассив</a:t>
            </a:r>
            <a:r>
              <a:rPr dirty="0"/>
              <a:t> с </a:t>
            </a:r>
            <a:r>
              <a:rPr dirty="0" err="1"/>
              <a:t>суммой</a:t>
            </a:r>
            <a:r>
              <a:rPr dirty="0"/>
              <a:t> 0</a:t>
            </a:r>
          </a:p>
          <a:p>
            <a:r>
              <a:rPr dirty="0" err="1"/>
              <a:t>Храним</a:t>
            </a:r>
            <a:r>
              <a:rPr dirty="0"/>
              <a:t> </a:t>
            </a:r>
            <a:r>
              <a:rPr dirty="0" err="1"/>
              <a:t>первое</a:t>
            </a:r>
            <a:r>
              <a:rPr dirty="0"/>
              <a:t> </a:t>
            </a:r>
            <a:r>
              <a:rPr dirty="0" err="1"/>
              <a:t>появление</a:t>
            </a:r>
            <a:r>
              <a:rPr dirty="0"/>
              <a:t> </a:t>
            </a:r>
            <a:r>
              <a:rPr dirty="0" err="1"/>
              <a:t>префикса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Остатки и делимость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Работаем</a:t>
            </a:r>
            <a:r>
              <a:rPr dirty="0"/>
              <a:t> с prefix % k</a:t>
            </a:r>
          </a:p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остатки</a:t>
            </a:r>
            <a:r>
              <a:rPr dirty="0"/>
              <a:t> </a:t>
            </a:r>
            <a:r>
              <a:rPr dirty="0" err="1"/>
              <a:t>равны</a:t>
            </a:r>
            <a:r>
              <a:rPr dirty="0"/>
              <a:t> → </a:t>
            </a:r>
            <a:r>
              <a:rPr dirty="0" err="1"/>
              <a:t>подмассив</a:t>
            </a:r>
            <a:r>
              <a:rPr dirty="0"/>
              <a:t> </a:t>
            </a:r>
            <a:r>
              <a:rPr dirty="0" err="1"/>
              <a:t>кратен</a:t>
            </a:r>
            <a:r>
              <a:rPr dirty="0"/>
              <a:t> k</a:t>
            </a:r>
          </a:p>
          <a:p>
            <a:r>
              <a:rPr dirty="0" err="1"/>
              <a:t>Нормализация</a:t>
            </a:r>
            <a:r>
              <a:rPr dirty="0"/>
              <a:t> </a:t>
            </a:r>
            <a:r>
              <a:rPr dirty="0" err="1"/>
              <a:t>отрицательных</a:t>
            </a:r>
            <a:r>
              <a:rPr dirty="0"/>
              <a:t> </a:t>
            </a:r>
            <a:r>
              <a:rPr dirty="0" err="1"/>
              <a:t>значений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2D префикс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prefix[</a:t>
            </a:r>
            <a:r>
              <a:rPr dirty="0" err="1"/>
              <a:t>i</a:t>
            </a:r>
            <a:r>
              <a:rPr dirty="0"/>
              <a:t>][j] — </a:t>
            </a:r>
            <a:r>
              <a:rPr dirty="0" err="1"/>
              <a:t>сумма</a:t>
            </a:r>
            <a:r>
              <a:rPr dirty="0"/>
              <a:t> </a:t>
            </a:r>
            <a:r>
              <a:rPr dirty="0" err="1"/>
              <a:t>прямоугольника</a:t>
            </a:r>
            <a:endParaRPr dirty="0"/>
          </a:p>
          <a:p>
            <a:r>
              <a:rPr dirty="0" err="1"/>
              <a:t>Формула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включение-исключение</a:t>
            </a:r>
            <a:endParaRPr dirty="0"/>
          </a:p>
          <a:p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матриц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Частые ошибки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Забыли</a:t>
            </a:r>
            <a:r>
              <a:rPr dirty="0"/>
              <a:t> map[0] = 1</a:t>
            </a:r>
          </a:p>
          <a:p>
            <a:r>
              <a:rPr dirty="0" err="1"/>
              <a:t>Перепутали</a:t>
            </a:r>
            <a:r>
              <a:rPr dirty="0"/>
              <a:t> </a:t>
            </a:r>
            <a:r>
              <a:rPr dirty="0" err="1"/>
              <a:t>индексы</a:t>
            </a:r>
            <a:endParaRPr dirty="0"/>
          </a:p>
          <a:p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учли</a:t>
            </a:r>
            <a:r>
              <a:rPr dirty="0"/>
              <a:t> </a:t>
            </a:r>
            <a:r>
              <a:rPr dirty="0" err="1"/>
              <a:t>отрицательные</a:t>
            </a:r>
            <a:r>
              <a:rPr dirty="0"/>
              <a:t> </a:t>
            </a:r>
            <a:r>
              <a:rPr dirty="0" err="1"/>
              <a:t>числа</a:t>
            </a:r>
            <a:endParaRPr dirty="0"/>
          </a:p>
          <a:p>
            <a:r>
              <a:rPr dirty="0" err="1"/>
              <a:t>Неправильная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с </a:t>
            </a:r>
            <a:r>
              <a:rPr dirty="0" err="1"/>
              <a:t>модулем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Понимание</a:t>
            </a:r>
            <a:r>
              <a:rPr dirty="0"/>
              <a:t> prefix-</a:t>
            </a:r>
            <a:r>
              <a:rPr dirty="0" err="1"/>
              <a:t>подхода</a:t>
            </a:r>
            <a:endParaRPr dirty="0"/>
          </a:p>
          <a:p>
            <a:r>
              <a:rPr dirty="0" err="1"/>
              <a:t>Умение</a:t>
            </a:r>
            <a:r>
              <a:rPr dirty="0"/>
              <a:t> </a:t>
            </a:r>
            <a:r>
              <a:rPr dirty="0" err="1"/>
              <a:t>переходить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O(n²) к O(n)</a:t>
            </a:r>
          </a:p>
          <a:p>
            <a:r>
              <a:rPr dirty="0" err="1"/>
              <a:t>Навык</a:t>
            </a:r>
            <a:r>
              <a:rPr dirty="0"/>
              <a:t> </a:t>
            </a:r>
            <a:r>
              <a:rPr dirty="0" err="1"/>
              <a:t>распознавания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подмассивы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265</Words>
  <Application>Microsoft Office PowerPoint</Application>
  <PresentationFormat>On-screen Show (4:3)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Префиксные суммы</vt:lpstr>
      <vt:lpstr>Префиксные суммы</vt:lpstr>
      <vt:lpstr>Идея префикса</vt:lpstr>
      <vt:lpstr>Когда применять</vt:lpstr>
      <vt:lpstr>Префикс + HashMap</vt:lpstr>
      <vt:lpstr>Типовые задачи</vt:lpstr>
      <vt:lpstr>Subarray Sum Equals K</vt:lpstr>
      <vt:lpstr>Баланс 0 и 1</vt:lpstr>
      <vt:lpstr>Остатки и делимость</vt:lpstr>
      <vt:lpstr>2D префикс</vt:lpstr>
      <vt:lpstr>Частые ошибки</vt:lpstr>
      <vt:lpstr>Результат занятия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2</cp:revision>
  <dcterms:created xsi:type="dcterms:W3CDTF">2013-01-27T09:14:16Z</dcterms:created>
  <dcterms:modified xsi:type="dcterms:W3CDTF">2026-02-27T19:26:38Z</dcterms:modified>
  <cp:category/>
</cp:coreProperties>
</file>