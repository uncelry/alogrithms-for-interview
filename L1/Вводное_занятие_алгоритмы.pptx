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Вводное занятие по алгоритмам и структурам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Цель занятия: определить уровень, дать структуру курса, заложить фундамент понимания алгоритмов.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Знакомство</a:t>
            </a:r>
            <a:r>
              <a:rPr dirty="0"/>
              <a:t> и </a:t>
            </a:r>
            <a:r>
              <a:rPr dirty="0" err="1"/>
              <a:t>цели</a:t>
            </a:r>
            <a:endParaRPr dirty="0"/>
          </a:p>
          <a:p>
            <a:r>
              <a:rPr dirty="0"/>
              <a:t>2. </a:t>
            </a:r>
            <a:r>
              <a:rPr dirty="0" err="1"/>
              <a:t>Обзор</a:t>
            </a:r>
            <a:r>
              <a:rPr dirty="0"/>
              <a:t> </a:t>
            </a:r>
            <a:r>
              <a:rPr dirty="0" err="1"/>
              <a:t>курса</a:t>
            </a:r>
            <a:endParaRPr dirty="0"/>
          </a:p>
          <a:p>
            <a:r>
              <a:rPr dirty="0"/>
              <a:t>3.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уровня</a:t>
            </a:r>
            <a:endParaRPr dirty="0"/>
          </a:p>
          <a:p>
            <a:r>
              <a:rPr dirty="0"/>
              <a:t>4. </a:t>
            </a:r>
            <a:r>
              <a:rPr dirty="0" err="1"/>
              <a:t>Введение</a:t>
            </a:r>
            <a:r>
              <a:rPr dirty="0"/>
              <a:t> в </a:t>
            </a:r>
            <a:r>
              <a:rPr dirty="0" err="1"/>
              <a:t>сложность</a:t>
            </a:r>
            <a:r>
              <a:rPr dirty="0"/>
              <a:t> </a:t>
            </a:r>
            <a:r>
              <a:rPr dirty="0" err="1"/>
              <a:t>алгоритмов</a:t>
            </a:r>
            <a:endParaRPr dirty="0"/>
          </a:p>
          <a:p>
            <a:r>
              <a:rPr dirty="0"/>
              <a:t>5. </a:t>
            </a:r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задача</a:t>
            </a:r>
            <a:endParaRPr dirty="0"/>
          </a:p>
          <a:p>
            <a:r>
              <a:rPr dirty="0"/>
              <a:t>6. </a:t>
            </a:r>
            <a:r>
              <a:rPr dirty="0" err="1"/>
              <a:t>Итоги</a:t>
            </a:r>
            <a:r>
              <a:rPr dirty="0"/>
              <a:t> и </a:t>
            </a:r>
            <a:r>
              <a:rPr dirty="0" err="1"/>
              <a:t>домашнее</a:t>
            </a:r>
            <a:r>
              <a:rPr dirty="0"/>
              <a:t> </a:t>
            </a:r>
            <a:r>
              <a:rPr dirty="0" err="1"/>
              <a:t>задание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Ожидания и цели ученика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Зачем алгоритмы?</a:t>
            </a:r>
          </a:p>
          <a:p>
            <a:r>
              <a:t>Опыт программирования на Python?</a:t>
            </a:r>
          </a:p>
          <a:p>
            <a:r>
              <a:t>Решал ли ранее алгоритмические задачи?</a:t>
            </a:r>
          </a:p>
          <a:p>
            <a:r>
              <a:t>Комфорт с математикой?</a:t>
            </a:r>
          </a:p>
          <a:p>
            <a:r>
              <a:t>Опыт со структурами данных и рекурсией?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устроен курс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Постепенное</a:t>
            </a:r>
            <a:r>
              <a:rPr dirty="0"/>
              <a:t> </a:t>
            </a:r>
            <a:r>
              <a:rPr dirty="0" err="1"/>
              <a:t>усложнение</a:t>
            </a:r>
            <a:endParaRPr dirty="0"/>
          </a:p>
          <a:p>
            <a:r>
              <a:rPr dirty="0"/>
              <a:t>Идея → </a:t>
            </a:r>
            <a:r>
              <a:rPr dirty="0" err="1"/>
              <a:t>пример</a:t>
            </a:r>
            <a:r>
              <a:rPr dirty="0"/>
              <a:t> → </a:t>
            </a:r>
            <a:r>
              <a:rPr dirty="0" err="1"/>
              <a:t>практика</a:t>
            </a:r>
            <a:endParaRPr dirty="0"/>
          </a:p>
          <a:p>
            <a:r>
              <a:rPr dirty="0" err="1"/>
              <a:t>Фокус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понимании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заучивании</a:t>
            </a:r>
            <a:endParaRPr dirty="0"/>
          </a:p>
          <a:p>
            <a:r>
              <a:rPr dirty="0" err="1"/>
              <a:t>Подготовка</a:t>
            </a:r>
            <a:r>
              <a:rPr dirty="0"/>
              <a:t> к </a:t>
            </a:r>
            <a:r>
              <a:rPr dirty="0" err="1"/>
              <a:t>реальным</a:t>
            </a:r>
            <a:r>
              <a:rPr dirty="0"/>
              <a:t> </a:t>
            </a:r>
            <a:r>
              <a:rPr dirty="0" err="1"/>
              <a:t>задачам</a:t>
            </a:r>
            <a:r>
              <a:rPr dirty="0"/>
              <a:t> и </a:t>
            </a:r>
            <a:r>
              <a:rPr dirty="0" err="1"/>
              <a:t>собеседованиям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Темы курса (обзор)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сложность</a:t>
            </a:r>
            <a:endParaRPr dirty="0"/>
          </a:p>
          <a:p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r>
              <a:rPr dirty="0" err="1"/>
              <a:t>Рекурсия</a:t>
            </a:r>
            <a:endParaRPr dirty="0"/>
          </a:p>
          <a:p>
            <a:r>
              <a:rPr dirty="0" err="1"/>
              <a:t>Сортировки</a:t>
            </a:r>
            <a:endParaRPr dirty="0"/>
          </a:p>
          <a:p>
            <a:r>
              <a:rPr dirty="0" err="1"/>
              <a:t>Хеш-таблицы</a:t>
            </a:r>
            <a:endParaRPr dirty="0"/>
          </a:p>
          <a:p>
            <a:r>
              <a:rPr dirty="0" err="1"/>
              <a:t>Деревья</a:t>
            </a:r>
            <a:r>
              <a:rPr dirty="0"/>
              <a:t> и </a:t>
            </a:r>
            <a:r>
              <a:rPr dirty="0" err="1"/>
              <a:t>графы</a:t>
            </a:r>
            <a:endParaRPr dirty="0"/>
          </a:p>
          <a:p>
            <a:r>
              <a:rPr dirty="0" err="1"/>
              <a:t>Жадные</a:t>
            </a:r>
            <a:r>
              <a:rPr dirty="0"/>
              <a:t> </a:t>
            </a:r>
            <a:r>
              <a:rPr dirty="0" err="1"/>
              <a:t>алгоритмы</a:t>
            </a:r>
            <a:endParaRPr dirty="0"/>
          </a:p>
          <a:p>
            <a:r>
              <a:rPr dirty="0" err="1"/>
              <a:t>Динамическое</a:t>
            </a:r>
            <a:r>
              <a:rPr dirty="0"/>
              <a:t> </a:t>
            </a:r>
            <a:r>
              <a:rPr dirty="0" err="1"/>
              <a:t>программирование</a:t>
            </a:r>
            <a:endParaRPr dirty="0"/>
          </a:p>
          <a:p>
            <a:r>
              <a:rPr dirty="0" err="1"/>
              <a:t>Алгоритмы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строках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Диагностика уровня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?</a:t>
            </a:r>
          </a:p>
          <a:p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максимум</a:t>
            </a:r>
            <a:r>
              <a:rPr dirty="0"/>
              <a:t> в </a:t>
            </a:r>
            <a:r>
              <a:rPr dirty="0" err="1"/>
              <a:t>списке</a:t>
            </a:r>
            <a:r>
              <a:rPr dirty="0"/>
              <a:t>?</a:t>
            </a:r>
          </a:p>
          <a:p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дубликаты</a:t>
            </a:r>
            <a:r>
              <a:rPr dirty="0"/>
              <a:t>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Сложность алгоритма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компьютера</a:t>
            </a:r>
            <a:r>
              <a:rPr dirty="0"/>
              <a:t>.</a:t>
            </a:r>
          </a:p>
          <a:p>
            <a:r>
              <a:rPr dirty="0" err="1"/>
              <a:t>Про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операций</a:t>
            </a:r>
            <a:r>
              <a:rPr dirty="0"/>
              <a:t>.</a:t>
            </a:r>
          </a:p>
          <a:p>
            <a:r>
              <a:rPr dirty="0" err="1"/>
              <a:t>Смотрим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случай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Базовые классы сложности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O(</a:t>
            </a:r>
            <a:r>
              <a:rPr lang="en-US" dirty="0"/>
              <a:t>1</a:t>
            </a:r>
            <a:r>
              <a:rPr dirty="0"/>
              <a:t>) — </a:t>
            </a:r>
            <a:r>
              <a:rPr dirty="0" err="1"/>
              <a:t>мгновенно</a:t>
            </a:r>
            <a:endParaRPr dirty="0"/>
          </a:p>
          <a:p>
            <a:r>
              <a:rPr dirty="0"/>
              <a:t>O(n) — </a:t>
            </a:r>
            <a:r>
              <a:rPr dirty="0" err="1"/>
              <a:t>линейный</a:t>
            </a:r>
            <a:r>
              <a:rPr dirty="0"/>
              <a:t> </a:t>
            </a:r>
            <a:r>
              <a:rPr dirty="0" err="1"/>
              <a:t>рост</a:t>
            </a:r>
            <a:endParaRPr dirty="0"/>
          </a:p>
          <a:p>
            <a:r>
              <a:rPr dirty="0"/>
              <a:t>O(n²) — </a:t>
            </a:r>
            <a:r>
              <a:rPr dirty="0" err="1"/>
              <a:t>вложенные</a:t>
            </a:r>
            <a:r>
              <a:rPr dirty="0"/>
              <a:t> </a:t>
            </a:r>
            <a:r>
              <a:rPr dirty="0" err="1"/>
              <a:t>циклы</a:t>
            </a:r>
            <a:r>
              <a:rPr dirty="0"/>
              <a:t>,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рост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77DC75-B516-A9DE-2FA8-71B91C832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2" y="731838"/>
            <a:ext cx="8861696" cy="49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21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Мини‑практика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элемента</a:t>
            </a:r>
            <a:r>
              <a:rPr dirty="0"/>
              <a:t> в </a:t>
            </a:r>
            <a:r>
              <a:rPr dirty="0" err="1"/>
              <a:t>списке</a:t>
            </a:r>
            <a:endParaRPr dirty="0"/>
          </a:p>
          <a:p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пары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Обсуждаем</a:t>
            </a:r>
            <a:r>
              <a:rPr dirty="0"/>
              <a:t>, </a:t>
            </a:r>
            <a:r>
              <a:rPr dirty="0" err="1"/>
              <a:t>сколько</a:t>
            </a:r>
            <a:r>
              <a:rPr dirty="0"/>
              <a:t> </a:t>
            </a:r>
            <a:r>
              <a:rPr dirty="0" err="1"/>
              <a:t>операций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Скользящее</a:t>
            </a:r>
            <a:r>
              <a:rPr dirty="0"/>
              <a:t> </a:t>
            </a:r>
            <a:r>
              <a:rPr dirty="0" err="1"/>
              <a:t>среднее</a:t>
            </a:r>
            <a:r>
              <a:rPr dirty="0"/>
              <a:t> (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последовательность</a:t>
            </a:r>
            <a:r>
              <a:rPr dirty="0"/>
              <a:t> и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фиксированного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.</a:t>
            </a:r>
          </a:p>
          <a:p>
            <a:r>
              <a:rPr dirty="0" err="1"/>
              <a:t>Считаем</a:t>
            </a:r>
            <a:r>
              <a:rPr dirty="0"/>
              <a:t> </a:t>
            </a:r>
            <a:r>
              <a:rPr dirty="0" err="1"/>
              <a:t>среднее</a:t>
            </a:r>
            <a:r>
              <a:rPr dirty="0"/>
              <a:t> в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сдвиге</a:t>
            </a:r>
            <a:r>
              <a:rPr dirty="0"/>
              <a:t> </a:t>
            </a:r>
            <a:r>
              <a:rPr dirty="0" err="1"/>
              <a:t>окна</a:t>
            </a:r>
            <a:r>
              <a:rPr dirty="0"/>
              <a:t>.</a:t>
            </a:r>
          </a:p>
          <a:p>
            <a:r>
              <a:rPr dirty="0" err="1"/>
              <a:t>Обсуждаем</a:t>
            </a:r>
            <a:r>
              <a:rPr dirty="0"/>
              <a:t> </a:t>
            </a:r>
            <a:r>
              <a:rPr dirty="0" err="1"/>
              <a:t>принцип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и </a:t>
            </a:r>
            <a:r>
              <a:rPr dirty="0" err="1"/>
              <a:t>идею</a:t>
            </a:r>
            <a:r>
              <a:rPr dirty="0"/>
              <a:t> </a:t>
            </a:r>
            <a:r>
              <a:rPr dirty="0" err="1"/>
              <a:t>оптимизации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1 2 3 4 5</a:t>
            </a:r>
          </a:p>
          <a:p>
            <a:r>
              <a:rPr lang="en-US" dirty="0"/>
              <a:t>k=3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Поняли</a:t>
            </a:r>
            <a:r>
              <a:rPr dirty="0"/>
              <a:t> </a:t>
            </a:r>
            <a:r>
              <a:rPr dirty="0" err="1"/>
              <a:t>цели</a:t>
            </a:r>
            <a:r>
              <a:rPr lang="en-US" dirty="0"/>
              <a:t>?</a:t>
            </a:r>
            <a:r>
              <a:rPr dirty="0"/>
              <a:t> </a:t>
            </a:r>
            <a:endParaRPr lang="en-US" dirty="0"/>
          </a:p>
          <a:p>
            <a:r>
              <a:rPr dirty="0" err="1"/>
              <a:t>Обсудили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lang="en-US" dirty="0"/>
              <a:t>?</a:t>
            </a:r>
          </a:p>
          <a:p>
            <a:r>
              <a:rPr lang="ru-RU" dirty="0"/>
              <a:t>П</a:t>
            </a:r>
            <a:r>
              <a:rPr dirty="0" err="1"/>
              <a:t>онимание</a:t>
            </a:r>
            <a:r>
              <a:rPr dirty="0"/>
              <a:t> </a:t>
            </a:r>
            <a:r>
              <a:rPr dirty="0" err="1"/>
              <a:t>сложности</a:t>
            </a:r>
            <a:r>
              <a:rPr dirty="0"/>
              <a:t> </a:t>
            </a:r>
            <a:r>
              <a:rPr dirty="0" err="1"/>
              <a:t>алгоритмов</a:t>
            </a:r>
            <a:r>
              <a:rPr lang="en-US" dirty="0"/>
              <a:t>?</a:t>
            </a:r>
            <a:endParaRPr dirty="0"/>
          </a:p>
          <a:p>
            <a:r>
              <a:rPr dirty="0" err="1"/>
              <a:t>Посмотрели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первую</a:t>
            </a:r>
            <a:r>
              <a:rPr dirty="0"/>
              <a:t> </a:t>
            </a:r>
            <a:r>
              <a:rPr dirty="0" err="1"/>
              <a:t>прикладную</a:t>
            </a:r>
            <a:r>
              <a:rPr dirty="0"/>
              <a:t> </a:t>
            </a:r>
            <a:r>
              <a:rPr dirty="0" err="1"/>
              <a:t>задачу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Домашнее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разницу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O(n) и O(n²) — </a:t>
            </a:r>
            <a:r>
              <a:rPr dirty="0" err="1"/>
              <a:t>объяснить</a:t>
            </a:r>
            <a:r>
              <a:rPr dirty="0"/>
              <a:t> </a:t>
            </a:r>
            <a:r>
              <a:rPr dirty="0" err="1"/>
              <a:t>словами</a:t>
            </a:r>
            <a:endParaRPr dirty="0"/>
          </a:p>
          <a:p>
            <a:r>
              <a:rPr dirty="0" err="1"/>
              <a:t>Простые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(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уровню</a:t>
            </a:r>
            <a:r>
              <a:rPr dirty="0"/>
              <a:t>):</a:t>
            </a:r>
          </a:p>
          <a:p>
            <a:r>
              <a:rPr dirty="0"/>
              <a:t>—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максимум</a:t>
            </a:r>
            <a:endParaRPr dirty="0"/>
          </a:p>
          <a:p>
            <a:r>
              <a:rPr dirty="0"/>
              <a:t>—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уникальность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Маленький</a:t>
            </a:r>
            <a:r>
              <a:rPr dirty="0"/>
              <a:t> </a:t>
            </a:r>
            <a:r>
              <a:rPr dirty="0" err="1"/>
              <a:t>вводный</a:t>
            </a:r>
            <a:r>
              <a:rPr dirty="0"/>
              <a:t> </a:t>
            </a:r>
            <a:r>
              <a:rPr dirty="0" err="1"/>
              <a:t>материал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алгоритмам</a:t>
            </a:r>
            <a:r>
              <a:rPr dirty="0"/>
              <a:t> и Big‑O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308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Вводное занятие по алгоритмам и структурам данных</vt:lpstr>
      <vt:lpstr>План занятия</vt:lpstr>
      <vt:lpstr>Ожидания и цели ученика</vt:lpstr>
      <vt:lpstr>Как устроен курс</vt:lpstr>
      <vt:lpstr>Темы курса (обзор)</vt:lpstr>
      <vt:lpstr>Диагностика уровня</vt:lpstr>
      <vt:lpstr>Сложность алгоритма</vt:lpstr>
      <vt:lpstr>Базовые классы сложности</vt:lpstr>
      <vt:lpstr>PowerPoint Presentation</vt:lpstr>
      <vt:lpstr>Мини‑практика</vt:lpstr>
      <vt:lpstr>Скользящее среднее (без кода)</vt:lpstr>
      <vt:lpstr>Итоги занятия</vt:lpstr>
      <vt:lpstr>Домашнее задание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2</cp:revision>
  <dcterms:created xsi:type="dcterms:W3CDTF">2013-01-27T09:14:16Z</dcterms:created>
  <dcterms:modified xsi:type="dcterms:W3CDTF">2025-12-27T09:21:56Z</dcterms:modified>
  <cp:category/>
</cp:coreProperties>
</file>