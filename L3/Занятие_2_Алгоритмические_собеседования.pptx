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running-sum-of-1d-array/description/" TargetMode="External"/><Relationship Id="rId2" Type="http://schemas.openxmlformats.org/officeDocument/2006/relationships/hyperlink" Target="https://leetcode.com/problems/contains-duplicate/descrip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concatenation-of-array/description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remove-element/description/" TargetMode="External"/><Relationship Id="rId2" Type="http://schemas.openxmlformats.org/officeDocument/2006/relationships/hyperlink" Target="https://leetcode.com/problems/move-zeroe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Алгоритмы и структуры данных</a:t>
            </a:r>
          </a:p>
          <a:p>
            <a:r>
              <a:t>Занятие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Как решать задачи на алгоритмических собеседованиях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Понять процесс решения задач на собеседованиях</a:t>
            </a:r>
          </a:p>
          <a:p>
            <a:r>
              <a:t>Научиться проговаривать мысли вслух</a:t>
            </a:r>
          </a:p>
          <a:p>
            <a:r>
              <a:t>Разобрать наивные и оптимальные решения</a:t>
            </a:r>
          </a:p>
          <a:p>
            <a:r>
              <a:t>Познакомиться с методом двух указателей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Как проходят алгоритмические собеседования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Важно не только решение, но и ход мыслей</a:t>
            </a:r>
          </a:p>
          <a:p>
            <a:r>
              <a:t>Интервью — это диалог, а не экзамен</a:t>
            </a:r>
          </a:p>
          <a:p>
            <a:r>
              <a:t>Писать код сразу — плохая идея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(</a:t>
            </a:r>
            <a:r>
              <a:rPr lang="ru-RU" dirty="0"/>
              <a:t>чек-лист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условие</a:t>
            </a:r>
            <a:r>
              <a:rPr dirty="0"/>
              <a:t> и </a:t>
            </a:r>
            <a:r>
              <a:rPr dirty="0" err="1"/>
              <a:t>уточнить</a:t>
            </a:r>
            <a:r>
              <a:rPr dirty="0"/>
              <a:t> </a:t>
            </a:r>
            <a:r>
              <a:rPr dirty="0" err="1"/>
              <a:t>детали</a:t>
            </a:r>
            <a:endParaRPr dirty="0"/>
          </a:p>
          <a:p>
            <a:r>
              <a:rPr dirty="0"/>
              <a:t>2. </a:t>
            </a:r>
            <a:r>
              <a:rPr dirty="0" err="1"/>
              <a:t>Придумать</a:t>
            </a:r>
            <a:r>
              <a:rPr dirty="0"/>
              <a:t> </a:t>
            </a:r>
            <a:r>
              <a:rPr dirty="0" err="1"/>
              <a:t>тест-кейсы</a:t>
            </a:r>
            <a:endParaRPr dirty="0"/>
          </a:p>
          <a:p>
            <a:r>
              <a:rPr dirty="0"/>
              <a:t>3.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наивное</a:t>
            </a:r>
            <a:r>
              <a:rPr dirty="0"/>
              <a:t> </a:t>
            </a:r>
            <a:r>
              <a:rPr dirty="0" err="1"/>
              <a:t>решение</a:t>
            </a:r>
            <a:endParaRPr dirty="0"/>
          </a:p>
          <a:p>
            <a:r>
              <a:rPr dirty="0"/>
              <a:t>4.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сложность</a:t>
            </a:r>
            <a:endParaRPr dirty="0"/>
          </a:p>
          <a:p>
            <a:r>
              <a:rPr dirty="0"/>
              <a:t>5. </a:t>
            </a:r>
            <a:r>
              <a:rPr dirty="0" err="1"/>
              <a:t>Оптимизировать</a:t>
            </a:r>
            <a:endParaRPr dirty="0"/>
          </a:p>
          <a:p>
            <a:r>
              <a:rPr dirty="0"/>
              <a:t>6. </a:t>
            </a:r>
            <a:r>
              <a:rPr dirty="0" err="1"/>
              <a:t>Согласовать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и </a:t>
            </a:r>
            <a:r>
              <a:rPr dirty="0" err="1"/>
              <a:t>писать</a:t>
            </a:r>
            <a:r>
              <a:rPr dirty="0"/>
              <a:t> </a:t>
            </a:r>
            <a:r>
              <a:rPr dirty="0" err="1"/>
              <a:t>код</a:t>
            </a:r>
            <a:endParaRPr lang="ru-RU" dirty="0"/>
          </a:p>
          <a:p>
            <a:r>
              <a:rPr lang="ru-RU" dirty="0"/>
              <a:t>7. Проверить код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1. Понимание условия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Пересказать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 </a:t>
            </a:r>
            <a:r>
              <a:rPr dirty="0" err="1"/>
              <a:t>своими</a:t>
            </a:r>
            <a:r>
              <a:rPr dirty="0"/>
              <a:t> </a:t>
            </a:r>
            <a:r>
              <a:rPr dirty="0" err="1"/>
              <a:t>словами</a:t>
            </a:r>
            <a:endParaRPr dirty="0"/>
          </a:p>
          <a:p>
            <a:r>
              <a:rPr dirty="0" err="1"/>
              <a:t>Уточнить</a:t>
            </a:r>
            <a:r>
              <a:rPr dirty="0"/>
              <a:t> </a:t>
            </a:r>
            <a:r>
              <a:rPr dirty="0" err="1"/>
              <a:t>входные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ограничения</a:t>
            </a:r>
            <a:endParaRPr dirty="0"/>
          </a:p>
          <a:p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вернуть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2. Тест-кейсы без кода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Минимальные</a:t>
            </a:r>
            <a:r>
              <a:rPr dirty="0"/>
              <a:t> </a:t>
            </a:r>
            <a:r>
              <a:rPr dirty="0" err="1"/>
              <a:t>случаи</a:t>
            </a:r>
            <a:endParaRPr dirty="0"/>
          </a:p>
          <a:p>
            <a:r>
              <a:rPr dirty="0" err="1"/>
              <a:t>Граничные</a:t>
            </a:r>
            <a:r>
              <a:rPr dirty="0"/>
              <a:t> </a:t>
            </a:r>
            <a:r>
              <a:rPr dirty="0" err="1"/>
              <a:t>случаи</a:t>
            </a:r>
            <a:endParaRPr dirty="0"/>
          </a:p>
          <a:p>
            <a:r>
              <a:rPr dirty="0" err="1"/>
              <a:t>Обычные</a:t>
            </a:r>
            <a:r>
              <a:rPr dirty="0"/>
              <a:t> </a:t>
            </a:r>
            <a:r>
              <a:rPr dirty="0" err="1"/>
              <a:t>примеры</a:t>
            </a:r>
            <a:endParaRPr dirty="0"/>
          </a:p>
          <a:p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понимания</a:t>
            </a:r>
            <a:r>
              <a:rPr dirty="0"/>
              <a:t> </a:t>
            </a:r>
            <a:r>
              <a:rPr dirty="0" err="1"/>
              <a:t>задачи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3. Наивное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Самое простое и понятное решение</a:t>
            </a:r>
          </a:p>
          <a:p>
            <a:r>
              <a:t>Часто медленное, но корректное</a:t>
            </a:r>
          </a:p>
          <a:p>
            <a:r>
              <a:t>Хорошая база для оптимизации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4. Оценка сложности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Временная сложность (Big-O)</a:t>
            </a:r>
          </a:p>
          <a:p>
            <a:r>
              <a:t>Пространственная сложность</a:t>
            </a:r>
          </a:p>
          <a:p>
            <a:r>
              <a:t>Важно уметь объяснить, откуда она берётся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Шаги 5–6. Оптимизация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Уточнить, подходит ли наивное решение</a:t>
            </a:r>
          </a:p>
          <a:p>
            <a:r>
              <a:t>Подумать, что можно улучшить</a:t>
            </a:r>
          </a:p>
          <a:p>
            <a:r>
              <a:t>Проговаривать все идеи вслух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7–8. Код и проверка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Писать</a:t>
            </a:r>
            <a:r>
              <a:rPr dirty="0"/>
              <a:t>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одобрения</a:t>
            </a:r>
            <a:r>
              <a:rPr dirty="0"/>
              <a:t> </a:t>
            </a:r>
            <a:r>
              <a:rPr dirty="0" err="1"/>
              <a:t>решения</a:t>
            </a:r>
            <a:endParaRPr dirty="0"/>
          </a:p>
          <a:p>
            <a:r>
              <a:rPr dirty="0" err="1"/>
              <a:t>Снова</a:t>
            </a:r>
            <a:r>
              <a:rPr dirty="0"/>
              <a:t>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сложность</a:t>
            </a:r>
            <a:endParaRPr dirty="0"/>
          </a:p>
          <a:p>
            <a:r>
              <a:rPr dirty="0" err="1"/>
              <a:t>Прогнать</a:t>
            </a:r>
            <a:r>
              <a:rPr dirty="0"/>
              <a:t> </a:t>
            </a:r>
            <a:r>
              <a:rPr dirty="0" err="1"/>
              <a:t>тест-кейсы</a:t>
            </a:r>
            <a:r>
              <a:rPr dirty="0"/>
              <a:t> </a:t>
            </a:r>
            <a:r>
              <a:rPr lang="ru-RU" dirty="0"/>
              <a:t>по коду </a:t>
            </a:r>
            <a:r>
              <a:rPr dirty="0"/>
              <a:t>в </a:t>
            </a:r>
            <a:r>
              <a:rPr dirty="0" err="1"/>
              <a:t>голове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знать</a:t>
            </a:r>
            <a:r>
              <a:rPr dirty="0"/>
              <a:t> </a:t>
            </a:r>
            <a:r>
              <a:rPr dirty="0" err="1"/>
              <a:t>сложности</a:t>
            </a:r>
            <a:r>
              <a:rPr dirty="0"/>
              <a:t> в </a:t>
            </a:r>
            <a:r>
              <a:rPr lang="ru-RU" dirty="0"/>
              <a:t>языке программирования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Методы</a:t>
            </a:r>
            <a:r>
              <a:rPr dirty="0"/>
              <a:t> и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имеют</a:t>
            </a:r>
            <a:r>
              <a:rPr dirty="0"/>
              <a:t> </a:t>
            </a:r>
            <a:r>
              <a:rPr dirty="0" err="1"/>
              <a:t>разную</a:t>
            </a:r>
            <a:r>
              <a:rPr dirty="0"/>
              <a:t> </a:t>
            </a:r>
            <a:r>
              <a:rPr dirty="0" err="1"/>
              <a:t>сложность</a:t>
            </a:r>
            <a:endParaRPr dirty="0"/>
          </a:p>
          <a:p>
            <a:r>
              <a:rPr dirty="0" err="1"/>
              <a:t>Ошибки</a:t>
            </a:r>
            <a:r>
              <a:rPr dirty="0"/>
              <a:t> в </a:t>
            </a:r>
            <a:r>
              <a:rPr dirty="0" err="1"/>
              <a:t>оценке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стоить</a:t>
            </a:r>
            <a:r>
              <a:rPr dirty="0"/>
              <a:t> </a:t>
            </a:r>
            <a:r>
              <a:rPr dirty="0" err="1"/>
              <a:t>оффера</a:t>
            </a:r>
            <a:endParaRPr dirty="0"/>
          </a:p>
          <a:p>
            <a:r>
              <a:rPr dirty="0"/>
              <a:t>sorted vs </a:t>
            </a:r>
            <a:r>
              <a:rPr dirty="0" err="1"/>
              <a:t>list.sort</a:t>
            </a:r>
            <a:r>
              <a:rPr dirty="0"/>
              <a:t> — </a:t>
            </a:r>
            <a:r>
              <a:rPr dirty="0" err="1"/>
              <a:t>классический</a:t>
            </a:r>
            <a:r>
              <a:rPr dirty="0"/>
              <a:t> </a:t>
            </a:r>
            <a:r>
              <a:rPr dirty="0" err="1"/>
              <a:t>пример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sorted() vs list.sort()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sorted(): O(n log n),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новый</a:t>
            </a:r>
            <a:r>
              <a:rPr dirty="0"/>
              <a:t> </a:t>
            </a:r>
            <a:r>
              <a:rPr dirty="0" err="1"/>
              <a:t>список</a:t>
            </a:r>
            <a:endParaRPr dirty="0"/>
          </a:p>
          <a:p>
            <a:r>
              <a:rPr dirty="0" err="1"/>
              <a:t>list.sort</a:t>
            </a:r>
            <a:r>
              <a:rPr dirty="0"/>
              <a:t>(): O(n log n), </a:t>
            </a:r>
            <a:r>
              <a:rPr dirty="0" err="1"/>
              <a:t>сортировка</a:t>
            </a:r>
            <a:r>
              <a:rPr dirty="0"/>
              <a:t> in-place</a:t>
            </a:r>
          </a:p>
          <a:p>
            <a:r>
              <a:rPr dirty="0" err="1"/>
              <a:t>Незнание</a:t>
            </a:r>
            <a:r>
              <a:rPr dirty="0"/>
              <a:t> → </a:t>
            </a:r>
            <a:r>
              <a:rPr dirty="0" err="1"/>
              <a:t>ошибка</a:t>
            </a:r>
            <a:r>
              <a:rPr dirty="0"/>
              <a:t> в </a:t>
            </a:r>
            <a:r>
              <a:rPr dirty="0" err="1"/>
              <a:t>оценке</a:t>
            </a:r>
            <a:r>
              <a:rPr dirty="0"/>
              <a:t> </a:t>
            </a:r>
            <a:r>
              <a:rPr dirty="0" err="1"/>
              <a:t>памяти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 на занятии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>
                <a:hlinkClick r:id="rId2"/>
              </a:rPr>
              <a:t>Contains Duplicate </a:t>
            </a:r>
            <a:r>
              <a:rPr dirty="0"/>
              <a:t>— </a:t>
            </a:r>
            <a:r>
              <a:rPr dirty="0" err="1"/>
              <a:t>демонстрация</a:t>
            </a:r>
            <a:endParaRPr dirty="0"/>
          </a:p>
          <a:p>
            <a:r>
              <a:rPr dirty="0"/>
              <a:t>2. </a:t>
            </a:r>
            <a:r>
              <a:rPr dirty="0">
                <a:hlinkClick r:id="rId3"/>
              </a:rPr>
              <a:t>Running Sum </a:t>
            </a:r>
            <a:r>
              <a:rPr dirty="0"/>
              <a:t>— </a:t>
            </a:r>
            <a:r>
              <a:rPr dirty="0" err="1"/>
              <a:t>совместно</a:t>
            </a:r>
            <a:endParaRPr dirty="0"/>
          </a:p>
          <a:p>
            <a:r>
              <a:rPr dirty="0"/>
              <a:t>3. </a:t>
            </a:r>
            <a:r>
              <a:rPr dirty="0">
                <a:hlinkClick r:id="rId4"/>
              </a:rPr>
              <a:t>Concatenation of Array </a:t>
            </a:r>
            <a:r>
              <a:rPr dirty="0"/>
              <a:t>— </a:t>
            </a:r>
            <a:r>
              <a:rPr lang="ru-RU" dirty="0"/>
              <a:t>на решение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6CEF7-78CF-5CD7-7948-B635FD77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78F7-F619-1E46-5B6A-86AB08C6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Популярность задач на собесах</a:t>
            </a:r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8BA1AD-7BE4-92A0-2B65-A38FBE9F4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950" y="1600200"/>
            <a:ext cx="818009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17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двух</a:t>
            </a:r>
            <a:r>
              <a:rPr dirty="0"/>
              <a:t> </a:t>
            </a:r>
            <a:r>
              <a:rPr dirty="0" err="1"/>
              <a:t>указателей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Используем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индекса</a:t>
            </a:r>
            <a:endParaRPr dirty="0"/>
          </a:p>
          <a:p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убрать</a:t>
            </a:r>
            <a:r>
              <a:rPr dirty="0"/>
              <a:t> </a:t>
            </a:r>
            <a:r>
              <a:rPr dirty="0" err="1"/>
              <a:t>вложенные</a:t>
            </a:r>
            <a:r>
              <a:rPr dirty="0"/>
              <a:t> </a:t>
            </a:r>
            <a:r>
              <a:rPr dirty="0" err="1"/>
              <a:t>циклы</a:t>
            </a:r>
            <a:endParaRPr dirty="0"/>
          </a:p>
          <a:p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сложность</a:t>
            </a:r>
            <a:r>
              <a:rPr dirty="0"/>
              <a:t> с O(n²) </a:t>
            </a:r>
            <a:r>
              <a:rPr dirty="0" err="1"/>
              <a:t>до</a:t>
            </a:r>
            <a:r>
              <a:rPr dirty="0"/>
              <a:t> O(n)</a:t>
            </a:r>
            <a:r>
              <a:rPr lang="ru-RU" dirty="0"/>
              <a:t> или даже с </a:t>
            </a:r>
            <a:r>
              <a:rPr lang="en-US" dirty="0"/>
              <a:t>O(n) </a:t>
            </a:r>
            <a:r>
              <a:rPr lang="ru-RU" dirty="0"/>
              <a:t>до </a:t>
            </a:r>
            <a:r>
              <a:rPr lang="en-US" dirty="0"/>
              <a:t>O(1)</a:t>
            </a:r>
            <a:endParaRPr lang="ru-RU" dirty="0"/>
          </a:p>
          <a:p>
            <a:r>
              <a:rPr lang="ru-RU" dirty="0"/>
              <a:t>Имеет массу способов применения, но идея одна – два указателя</a:t>
            </a:r>
          </a:p>
          <a:p>
            <a:r>
              <a:rPr lang="ru-RU" dirty="0"/>
              <a:t>Сейчас попробуем интуитивно прийти к методу, на следующем занятии разберем подробно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метод двух указателей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hlinkClick r:id="rId2"/>
              </a:rPr>
              <a:t>Move Zeroes </a:t>
            </a:r>
            <a:r>
              <a:rPr dirty="0"/>
              <a:t>— </a:t>
            </a:r>
            <a:r>
              <a:rPr dirty="0" err="1"/>
              <a:t>разбор</a:t>
            </a:r>
            <a:endParaRPr dirty="0"/>
          </a:p>
          <a:p>
            <a:r>
              <a:rPr dirty="0">
                <a:hlinkClick r:id="rId3"/>
              </a:rPr>
              <a:t>Remove Element </a:t>
            </a:r>
            <a:r>
              <a:rPr dirty="0"/>
              <a:t>— </a:t>
            </a:r>
            <a:r>
              <a:rPr lang="ru-RU" dirty="0"/>
              <a:t>на решение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Домашнее 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Осознать алгоритм решения задач на алгоритмических секциях</a:t>
            </a:r>
            <a:endParaRPr dirty="0"/>
          </a:p>
          <a:p>
            <a:r>
              <a:rPr dirty="0" err="1"/>
              <a:t>Решить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two pointers</a:t>
            </a:r>
            <a:r>
              <a:rPr lang="ru-RU" dirty="0"/>
              <a:t> (два указателя)</a:t>
            </a:r>
            <a:endParaRPr dirty="0"/>
          </a:p>
          <a:p>
            <a:r>
              <a:rPr lang="ru-RU" dirty="0"/>
              <a:t>Текстом описать решения. Постараться сделать так, чтобы понял даже ребенок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https://replit.com/@ke1ry/Python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416</Words>
  <Application>Microsoft Office PowerPoint</Application>
  <PresentationFormat>On-screen Show (4:3)</PresentationFormat>
  <Paragraphs>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Алгоритмы и структуры данных Занятие 2</vt:lpstr>
      <vt:lpstr>Цели занятия</vt:lpstr>
      <vt:lpstr>Как проходят алгоритмические собеседования</vt:lpstr>
      <vt:lpstr>Алгоритм решения задач (чек-лист)</vt:lpstr>
      <vt:lpstr>Шаг 1. Понимание условия</vt:lpstr>
      <vt:lpstr>Шаг 2. Тест-кейсы без кода</vt:lpstr>
      <vt:lpstr>Шаг 3. Наивное решение</vt:lpstr>
      <vt:lpstr>Шаг 4. Оценка сложности</vt:lpstr>
      <vt:lpstr>Шаги 5–6. Оптимизация</vt:lpstr>
      <vt:lpstr>Шаг 7–8. Код и проверка</vt:lpstr>
      <vt:lpstr>Почему важно знать сложности в языке программирования</vt:lpstr>
      <vt:lpstr>sorted() vs list.sort()</vt:lpstr>
      <vt:lpstr>Практика на занятии</vt:lpstr>
      <vt:lpstr>Популярность задач на собесах</vt:lpstr>
      <vt:lpstr>Метод двух указателей</vt:lpstr>
      <vt:lpstr>Пример: метод двух указателей</vt:lpstr>
      <vt:lpstr>Домашнее задание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6</cp:revision>
  <dcterms:created xsi:type="dcterms:W3CDTF">2013-01-27T09:14:16Z</dcterms:created>
  <dcterms:modified xsi:type="dcterms:W3CDTF">2026-01-07T08:41:17Z</dcterms:modified>
  <cp:category/>
</cp:coreProperties>
</file>