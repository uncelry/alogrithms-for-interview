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72" r:id="rId5"/>
    <p:sldId id="273" r:id="rId6"/>
    <p:sldId id="263" r:id="rId7"/>
    <p:sldId id="258" r:id="rId8"/>
    <p:sldId id="259" r:id="rId9"/>
    <p:sldId id="260" r:id="rId10"/>
    <p:sldId id="261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74" r:id="rId20"/>
    <p:sldId id="283" r:id="rId21"/>
    <p:sldId id="284" r:id="rId22"/>
    <p:sldId id="285" r:id="rId23"/>
    <p:sldId id="286" r:id="rId24"/>
    <p:sldId id="287" r:id="rId25"/>
    <p:sldId id="288" r:id="rId26"/>
    <p:sldId id="262" r:id="rId27"/>
    <p:sldId id="264" r:id="rId28"/>
    <p:sldId id="270" r:id="rId29"/>
    <p:sldId id="27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ncatenation-of-array/descriptio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move-element/description/" TargetMode="External"/><Relationship Id="rId2" Type="http://schemas.openxmlformats.org/officeDocument/2006/relationships/hyperlink" Target="https://leetcode.com/problems/move-zeroes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r>
              <a:rPr dirty="0" err="1"/>
              <a:t>Занятие</a:t>
            </a:r>
            <a:r>
              <a:rPr dirty="0"/>
              <a:t> 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Метод двух указателей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Познакомиться</a:t>
            </a:r>
            <a:r>
              <a:rPr dirty="0"/>
              <a:t> с </a:t>
            </a:r>
            <a:r>
              <a:rPr dirty="0" err="1"/>
              <a:t>методом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указателей</a:t>
            </a:r>
            <a:endParaRPr lang="ru-RU" dirty="0"/>
          </a:p>
          <a:p>
            <a:r>
              <a:rPr lang="ru-RU" dirty="0"/>
              <a:t>Осознать главную идею метода</a:t>
            </a:r>
          </a:p>
          <a:p>
            <a:r>
              <a:rPr lang="ru-RU" dirty="0"/>
              <a:t>Понять в каких задачх он применяется</a:t>
            </a:r>
          </a:p>
          <a:p>
            <a:r>
              <a:rPr lang="ru-RU" dirty="0"/>
              <a:t>Отработать на несколькиз задачах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на занятии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linkClick r:id="rId2"/>
              </a:rPr>
              <a:t>Concatenation of Array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CEF7-78CF-5CD7-7948-B635FD77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78F7-F619-1E46-5B6A-86AB08C60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Популярность задач на собесах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8BA1AD-7BE4-92A0-2B65-A38FBE9F4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950" y="1600200"/>
            <a:ext cx="81800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1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нужен метод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Наивные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дают</a:t>
            </a:r>
            <a:r>
              <a:rPr dirty="0"/>
              <a:t> O(n²)</a:t>
            </a:r>
            <a:r>
              <a:rPr lang="ru-RU" dirty="0"/>
              <a:t> по сложности</a:t>
            </a:r>
          </a:p>
          <a:p>
            <a:r>
              <a:rPr lang="ru-RU" dirty="0"/>
              <a:t>Многие решения через хэш-таблицы – </a:t>
            </a:r>
            <a:r>
              <a:rPr lang="en-US" dirty="0"/>
              <a:t>O(N) </a:t>
            </a:r>
            <a:r>
              <a:rPr lang="ru-RU" dirty="0"/>
              <a:t>по памяти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указателя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:</a:t>
            </a:r>
          </a:p>
          <a:p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вложенные</a:t>
            </a:r>
            <a:r>
              <a:rPr dirty="0"/>
              <a:t> </a:t>
            </a:r>
            <a:r>
              <a:rPr dirty="0" err="1"/>
              <a:t>циклы</a:t>
            </a:r>
            <a:endParaRPr dirty="0"/>
          </a:p>
          <a:p>
            <a:r>
              <a:rPr dirty="0" err="1"/>
              <a:t>получить</a:t>
            </a:r>
            <a:r>
              <a:rPr dirty="0"/>
              <a:t> O(n)</a:t>
            </a:r>
            <a:r>
              <a:rPr lang="ru-RU" dirty="0"/>
              <a:t> по сложности</a:t>
            </a:r>
            <a:endParaRPr dirty="0"/>
          </a:p>
          <a:p>
            <a:r>
              <a:rPr dirty="0" err="1"/>
              <a:t>работать</a:t>
            </a:r>
            <a:r>
              <a:rPr dirty="0"/>
              <a:t> in-place</a:t>
            </a:r>
            <a:r>
              <a:rPr lang="ru-RU" dirty="0"/>
              <a:t>, т.е. </a:t>
            </a:r>
            <a:r>
              <a:rPr lang="en-US" dirty="0"/>
              <a:t>O(1) </a:t>
            </a:r>
            <a:r>
              <a:rPr lang="ru-RU" dirty="0"/>
              <a:t>по памяти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Типичный процесс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Понять условие</a:t>
            </a:r>
          </a:p>
          <a:p>
            <a:r>
              <a:t>2. Придумать тест-кейсы</a:t>
            </a:r>
          </a:p>
          <a:p>
            <a:r>
              <a:t>3. Наивное решение</a:t>
            </a:r>
          </a:p>
          <a:p>
            <a:r>
              <a:t>4. Оценка сложности</a:t>
            </a:r>
          </a:p>
          <a:p>
            <a:r>
              <a:t>5. Оптимизация → два указателя</a:t>
            </a:r>
          </a:p>
          <a:p>
            <a:r>
              <a:t>6. Код + проверка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</a:t>
            </a:r>
            <a:r>
              <a:rPr dirty="0" err="1"/>
              <a:t>етод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указателей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приём</a:t>
            </a:r>
            <a:r>
              <a:rPr dirty="0"/>
              <a:t>,</a:t>
            </a:r>
            <a:r>
              <a:rPr lang="ru-RU"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,</a:t>
            </a:r>
            <a:r>
              <a:rPr lang="ru-RU" dirty="0"/>
              <a:t> </a:t>
            </a:r>
            <a:r>
              <a:rPr dirty="0" err="1"/>
              <a:t>двигающиеся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массиву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строке</a:t>
            </a:r>
            <a:r>
              <a:rPr lang="ru-RU"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определённым</a:t>
            </a:r>
            <a:r>
              <a:rPr dirty="0"/>
              <a:t> </a:t>
            </a:r>
            <a:r>
              <a:rPr dirty="0" err="1"/>
              <a:t>правилам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паттерны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С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концов</a:t>
            </a:r>
            <a:r>
              <a:rPr dirty="0"/>
              <a:t> (left / right)</a:t>
            </a:r>
          </a:p>
          <a:p>
            <a:r>
              <a:rPr dirty="0"/>
              <a:t>2.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направлении</a:t>
            </a:r>
            <a:r>
              <a:rPr dirty="0"/>
              <a:t> (slow / fast)</a:t>
            </a:r>
          </a:p>
          <a:p>
            <a:r>
              <a:rPr dirty="0"/>
              <a:t>3.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соседних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применять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массивы</a:t>
            </a:r>
            <a:r>
              <a:rPr dirty="0"/>
              <a:t> и </a:t>
            </a:r>
            <a:r>
              <a:rPr dirty="0" err="1"/>
              <a:t>строки</a:t>
            </a:r>
            <a:endParaRPr dirty="0"/>
          </a:p>
          <a:p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пары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требование</a:t>
            </a:r>
            <a:r>
              <a:rPr dirty="0"/>
              <a:t> O(1) </a:t>
            </a:r>
            <a:r>
              <a:rPr dirty="0" err="1"/>
              <a:t>памяти</a:t>
            </a:r>
            <a:endParaRPr dirty="0"/>
          </a:p>
          <a:p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линейного</a:t>
            </a:r>
            <a:r>
              <a:rPr dirty="0"/>
              <a:t> </a:t>
            </a:r>
            <a:r>
              <a:rPr dirty="0" err="1"/>
              <a:t>прохода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:</a:t>
            </a:r>
          </a:p>
          <a:p>
            <a:r>
              <a:rPr lang="ru-RU" dirty="0"/>
              <a:t>Слить вместе отсортированные массивы</a:t>
            </a:r>
          </a:p>
          <a:p>
            <a:r>
              <a:rPr lang="ru-RU" dirty="0"/>
              <a:t>Проверить есть ли повторяющиеся элементы в массиве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Идея:</a:t>
            </a:r>
          </a:p>
          <a:p>
            <a:r>
              <a:rPr dirty="0" err="1"/>
              <a:t>сравниваем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,</a:t>
            </a:r>
          </a:p>
          <a:p>
            <a:r>
              <a:rPr dirty="0" err="1"/>
              <a:t>двигаем</a:t>
            </a:r>
            <a:r>
              <a:rPr dirty="0"/>
              <a:t> </a:t>
            </a:r>
            <a:r>
              <a:rPr dirty="0" err="1"/>
              <a:t>указатели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0B32-BCA8-66EB-2082-782317AA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07D2-8FD1-287D-C07E-639D6585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A6D48-AFC3-BC3E-0C82-6C074EC96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Задача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dirty="0"/>
              <a:t>Даны два отсортированных массива, необходимо получить третий отсортированный массив.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4881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6404-ED86-AB5A-489C-6C22DC70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BC38-E3AB-0D35-5C1D-8AA76A82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6330-8DD0-8B69-3906-7EA0FBF37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Идея решения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dirty="0"/>
              <a:t>Будем последовательно заполнять результирующий массив минимальными значениями из двух исходных массивов. А раз массивы отсортированы по возрастанию, то минимальное значение находится в самом начале массива, и нам каждый раз нужно сравнивать оба этих первых значения для выявления наименьшего из них, а не искать минимум среди всех элементов обоих массивов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305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53FA-248A-9E16-6B34-5DB90EB6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CCC0-4CB8-F52E-CEDF-E0254414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3414-EA1B-EDDE-DE9F-D184EDAA3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Начальное состояние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33B8F-ACFC-F342-D0FF-4118C20A2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83" y="1976191"/>
            <a:ext cx="6879433" cy="470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26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B9E4-038E-2F1E-40A1-86B6617F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9498-295D-BA80-A70B-E368A564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4E0B6-B293-D1E1-1799-9314F87A5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Начинаем формировать результат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16B1E-8586-8FBF-D710-FC73AD5CA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51" y="1967345"/>
            <a:ext cx="6630497" cy="470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70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5F08-ABC7-1F65-A4CD-75D53C69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7FC9-42E6-07EA-A23A-89A39E92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42D2F-B166-160D-A033-44D0C8BDC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Продолжаем формировать результат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D24124-C3B4-9A07-8AAB-6CC630B2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40" y="1939636"/>
            <a:ext cx="6669520" cy="473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37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E692-D346-70F7-6D23-316CBCE8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1113-11B2-1A3D-0168-D444CE1B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40697-F5D5-C8A7-E72C-D2AC78279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Финальная итерация результат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0538E-3537-CB70-59C0-9075C4BE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63" y="1948873"/>
            <a:ext cx="6831873" cy="485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24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7601-CAC2-EC87-DD52-C0B7367C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4318-44CE-817B-3371-B9D614B0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5A406-D9A7-B252-5D74-074ED7303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Есть проблема</a:t>
            </a:r>
          </a:p>
          <a:p>
            <a:pPr marL="0" indent="0">
              <a:buNone/>
            </a:pPr>
            <a:r>
              <a:rPr lang="ru-RU" dirty="0"/>
              <a:t>Каждое удаление элемента из начала массива – </a:t>
            </a:r>
            <a:r>
              <a:rPr lang="en-US" dirty="0"/>
              <a:t>O(N). </a:t>
            </a:r>
            <a:r>
              <a:rPr lang="ru-RU" dirty="0"/>
              <a:t>То есть, общая сложность все еще </a:t>
            </a:r>
            <a:r>
              <a:rPr lang="en-US" dirty="0"/>
              <a:t>O(N^2)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Как решить проблему?</a:t>
            </a:r>
          </a:p>
          <a:p>
            <a:pPr marL="0" indent="0">
              <a:buNone/>
            </a:pPr>
            <a:r>
              <a:rPr lang="ru-RU" dirty="0"/>
              <a:t>Использовать индексы (что и предлагает нам метод двух </a:t>
            </a:r>
            <a:r>
              <a:rPr lang="ru-RU" b="1" dirty="0"/>
              <a:t>указателей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283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3AFD0-A5F5-F43C-0AA0-FB05E96A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0679-1AF5-76F5-0135-418D8A95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Паттерн</a:t>
            </a:r>
            <a:r>
              <a:rPr dirty="0"/>
              <a:t>: </a:t>
            </a:r>
            <a:r>
              <a:rPr lang="ru-RU" dirty="0"/>
              <a:t>сравнение соседних элементов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46661-957A-CC93-8252-4504D7A8B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Оптимальная версия (через индексы)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0DA45-0845-F44F-F5DC-0B02CB26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0" y="1930400"/>
            <a:ext cx="5763779" cy="485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55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E54C-16D2-2825-96C8-7D77DDB4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301A-DDF3-6BAB-FAC1-A0577FFAB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09C2-1482-BB45-7E5B-9AB3CE818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:</a:t>
            </a:r>
          </a:p>
          <a:p>
            <a:r>
              <a:rPr lang="ru-RU" dirty="0"/>
              <a:t>П</a:t>
            </a:r>
            <a:r>
              <a:rPr dirty="0" err="1"/>
              <a:t>алиндром</a:t>
            </a:r>
            <a:endParaRPr dirty="0"/>
          </a:p>
          <a:p>
            <a:r>
              <a:rPr lang="en-US" dirty="0"/>
              <a:t>t</a:t>
            </a:r>
            <a:r>
              <a:rPr dirty="0"/>
              <a:t>wo sum в </a:t>
            </a:r>
            <a:r>
              <a:rPr dirty="0" err="1"/>
              <a:t>отсортированном</a:t>
            </a:r>
            <a:r>
              <a:rPr dirty="0"/>
              <a:t> </a:t>
            </a:r>
            <a:r>
              <a:rPr dirty="0" err="1"/>
              <a:t>массиве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Идея:</a:t>
            </a:r>
          </a:p>
          <a:p>
            <a:r>
              <a:rPr dirty="0" err="1"/>
              <a:t>сравниваем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,</a:t>
            </a:r>
          </a:p>
          <a:p>
            <a:r>
              <a:rPr dirty="0" err="1"/>
              <a:t>двигаем</a:t>
            </a:r>
            <a:r>
              <a:rPr dirty="0"/>
              <a:t> </a:t>
            </a:r>
            <a:r>
              <a:rPr dirty="0" err="1"/>
              <a:t>указатели</a:t>
            </a:r>
            <a:r>
              <a:rPr dirty="0"/>
              <a:t> к </a:t>
            </a:r>
            <a:r>
              <a:rPr dirty="0" err="1"/>
              <a:t>центру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9508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ADDD9-6F61-5D22-2609-A7EF1BB5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730B-47DB-5025-2978-B1CC9DCA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3A391-69FF-A49D-1A32-DF8FC9604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Задача</a:t>
            </a:r>
            <a:r>
              <a:rPr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Дан массив целых чисел, нужно вернуть сумму любых двух значений, максимально близкую к указанной, но меньше ее. Если такой суммы не существует, то вернуть -1.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Пример </a:t>
            </a:r>
          </a:p>
          <a:p>
            <a:pPr marL="0" indent="0">
              <a:buNone/>
            </a:pPr>
            <a:r>
              <a:rPr lang="en-US" dirty="0"/>
              <a:t>Input: </a:t>
            </a:r>
            <a:r>
              <a:rPr lang="en-US" dirty="0" err="1"/>
              <a:t>nums</a:t>
            </a:r>
            <a:r>
              <a:rPr lang="en-US" dirty="0"/>
              <a:t> = [34,23,1,24,75,33,54,8], k = 60 Output: 58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2917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8693C-1A58-2250-5BC3-FF6831EC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023F-DAAD-0D72-5A76-79A2F56E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A96D3-1F0C-C8E5-BE37-C70B3ED92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Начальное состояние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3E25D7-0DF5-6AE9-8D5E-2785DC4B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19" y="1720334"/>
            <a:ext cx="5940361" cy="49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03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D460-971A-BB6E-BB38-8C3166DD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ACFB-BF75-8629-211C-66CD16EA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15F17-8533-649D-53C6-A33178CA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Второй шаг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86D57-FD49-563A-8C90-1B66FAEF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039" y="1662545"/>
            <a:ext cx="6059921" cy="510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66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6435-557B-2ACD-3C7E-01971189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7F86-25FF-8F79-F4C8-59BAD6DB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D1380-1F49-E8FB-D7CB-0A926FAE8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Третий шаг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66B09-9BF8-4AB5-DA89-3875C1CE5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28" y="1736437"/>
            <a:ext cx="5983143" cy="503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98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54FD-5097-0AC5-CFBD-24D077DA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CBA1-41C4-9C86-DC86-87C25C7D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2F9FB-7005-CE4A-E799-6524C00B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Четвертый шаг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046BD-9040-39AC-A646-55B8244DD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67" y="1681018"/>
            <a:ext cx="6147666" cy="517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54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2748-CB10-33D8-A522-7C3154B7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CC8E-8E2A-6C27-2D38-F592E3CC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left /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E2F0A-7941-5557-2143-94E3D1126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Заключительный шаг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82C3C-873E-0BF5-7E72-12D514479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071" y="1736436"/>
            <a:ext cx="6081857" cy="512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14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slow /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:</a:t>
            </a:r>
          </a:p>
          <a:p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фильтрация</a:t>
            </a:r>
            <a:r>
              <a:rPr dirty="0"/>
              <a:t> </a:t>
            </a:r>
            <a:r>
              <a:rPr dirty="0" err="1"/>
              <a:t>массива</a:t>
            </a:r>
            <a:endParaRPr dirty="0"/>
          </a:p>
          <a:p>
            <a:r>
              <a:rPr dirty="0" err="1"/>
              <a:t>перенос</a:t>
            </a:r>
            <a:r>
              <a:rPr dirty="0"/>
              <a:t> </a:t>
            </a:r>
            <a:r>
              <a:rPr dirty="0" err="1"/>
              <a:t>элементов</a:t>
            </a:r>
            <a:endParaRPr lang="en-US" dirty="0"/>
          </a:p>
          <a:p>
            <a:r>
              <a:rPr lang="ru-RU" dirty="0"/>
              <a:t>поиск циклов (в списках)</a:t>
            </a:r>
            <a:endParaRPr dirty="0"/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Идея</a:t>
            </a:r>
            <a:r>
              <a:rPr lang="en-US" dirty="0"/>
              <a:t>:</a:t>
            </a:r>
            <a:endParaRPr dirty="0"/>
          </a:p>
          <a:p>
            <a:r>
              <a:rPr dirty="0"/>
              <a:t>slow — </a:t>
            </a:r>
            <a:r>
              <a:rPr dirty="0" err="1"/>
              <a:t>позиция</a:t>
            </a:r>
            <a:r>
              <a:rPr dirty="0"/>
              <a:t> </a:t>
            </a:r>
            <a:r>
              <a:rPr dirty="0" err="1"/>
              <a:t>записи</a:t>
            </a:r>
            <a:endParaRPr dirty="0"/>
          </a:p>
          <a:p>
            <a:r>
              <a:rPr dirty="0"/>
              <a:t>fast — </a:t>
            </a:r>
            <a:r>
              <a:rPr dirty="0" err="1"/>
              <a:t>позиция</a:t>
            </a:r>
            <a:r>
              <a:rPr dirty="0"/>
              <a:t> </a:t>
            </a:r>
            <a:r>
              <a:rPr dirty="0" err="1"/>
              <a:t>чтения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Типичные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</a:t>
            </a:r>
            <a:r>
              <a:rPr dirty="0" err="1"/>
              <a:t>абытый</a:t>
            </a:r>
            <a:r>
              <a:rPr dirty="0"/>
              <a:t> </a:t>
            </a:r>
            <a:r>
              <a:rPr dirty="0" err="1"/>
              <a:t>сдвиг</a:t>
            </a:r>
            <a:r>
              <a:rPr dirty="0"/>
              <a:t> </a:t>
            </a:r>
            <a:r>
              <a:rPr dirty="0" err="1"/>
              <a:t>указателя</a:t>
            </a:r>
            <a:endParaRPr dirty="0"/>
          </a:p>
          <a:p>
            <a:r>
              <a:rPr lang="ru-RU" dirty="0"/>
              <a:t>Н</a:t>
            </a:r>
            <a:r>
              <a:rPr dirty="0" err="1"/>
              <a:t>еверные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цикла</a:t>
            </a:r>
            <a:endParaRPr dirty="0"/>
          </a:p>
          <a:p>
            <a:r>
              <a:rPr lang="ru-RU" dirty="0"/>
              <a:t>П</a:t>
            </a:r>
            <a:r>
              <a:rPr dirty="0" err="1"/>
              <a:t>утаница</a:t>
            </a:r>
            <a:r>
              <a:rPr dirty="0"/>
              <a:t> с </a:t>
            </a:r>
            <a:r>
              <a:rPr dirty="0" err="1"/>
              <a:t>длиной</a:t>
            </a:r>
            <a:r>
              <a:rPr dirty="0"/>
              <a:t> </a:t>
            </a:r>
            <a:r>
              <a:rPr dirty="0" err="1"/>
              <a:t>массива</a:t>
            </a:r>
            <a:endParaRPr dirty="0"/>
          </a:p>
          <a:p>
            <a:r>
              <a:rPr lang="ru-RU" dirty="0"/>
              <a:t>Л</a:t>
            </a:r>
            <a:r>
              <a:rPr dirty="0" err="1"/>
              <a:t>ишняя</a:t>
            </a:r>
            <a:r>
              <a:rPr dirty="0"/>
              <a:t> </a:t>
            </a:r>
            <a:r>
              <a:rPr dirty="0" err="1"/>
              <a:t>память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метод двух указателей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hlinkClick r:id="rId2"/>
              </a:rPr>
              <a:t>Move Zeroes </a:t>
            </a:r>
            <a:r>
              <a:rPr dirty="0"/>
              <a:t>— </a:t>
            </a:r>
            <a:r>
              <a:rPr dirty="0" err="1"/>
              <a:t>разбор</a:t>
            </a:r>
            <a:endParaRPr dirty="0"/>
          </a:p>
          <a:p>
            <a:r>
              <a:rPr dirty="0">
                <a:hlinkClick r:id="rId3"/>
              </a:rPr>
              <a:t>Remove Element </a:t>
            </a:r>
            <a:r>
              <a:rPr dirty="0"/>
              <a:t>— </a:t>
            </a:r>
            <a:r>
              <a:rPr lang="ru-RU" dirty="0"/>
              <a:t>на решение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Домашнее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Осознать алгоритм решения задач на алгоритмических секциях</a:t>
            </a:r>
            <a:endParaRPr dirty="0"/>
          </a:p>
          <a:p>
            <a:r>
              <a:rPr dirty="0" err="1"/>
              <a:t>Решить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two pointers</a:t>
            </a:r>
            <a:r>
              <a:rPr lang="ru-RU" dirty="0"/>
              <a:t> (два указателя)</a:t>
            </a:r>
            <a:endParaRPr dirty="0"/>
          </a:p>
          <a:p>
            <a:r>
              <a:rPr lang="ru-RU" dirty="0"/>
              <a:t>Текстом описать решения. Постараться сделать так, чтобы понял даже ребенок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590</Words>
  <Application>Microsoft Office PowerPoint</Application>
  <PresentationFormat>On-screen Show (4:3)</PresentationFormat>
  <Paragraphs>112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Алгоритмы и структуры данных Занятие 3</vt:lpstr>
      <vt:lpstr>Цели занятия</vt:lpstr>
      <vt:lpstr>Практика на занятии</vt:lpstr>
      <vt:lpstr>Популярность задач на собесах</vt:lpstr>
      <vt:lpstr>Зачем нужен метод</vt:lpstr>
      <vt:lpstr>Типичный процесс решения</vt:lpstr>
      <vt:lpstr>Определение</vt:lpstr>
      <vt:lpstr>Основные паттерны</vt:lpstr>
      <vt:lpstr>Когда применять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сравнение соседних элементов</vt:lpstr>
      <vt:lpstr>Паттерн: left / right</vt:lpstr>
      <vt:lpstr>Паттерн: left / right</vt:lpstr>
      <vt:lpstr>Паттерн: left / right</vt:lpstr>
      <vt:lpstr>Паттерн: left / right</vt:lpstr>
      <vt:lpstr>Паттерн: left / right</vt:lpstr>
      <vt:lpstr>Паттерн: left / right</vt:lpstr>
      <vt:lpstr>Паттерн: left / right</vt:lpstr>
      <vt:lpstr>Паттерн: slow / fast</vt:lpstr>
      <vt:lpstr>Типичные ошибки</vt:lpstr>
      <vt:lpstr>Пример: метод двух указателей</vt:lpstr>
      <vt:lpstr>Домашнее задание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kelry</dc:creator>
  <cp:keywords/>
  <dc:description>generated using python-pptx</dc:description>
  <cp:lastModifiedBy>Денис Серажетдинов</cp:lastModifiedBy>
  <cp:revision>13</cp:revision>
  <dcterms:created xsi:type="dcterms:W3CDTF">2013-01-27T09:14:16Z</dcterms:created>
  <dcterms:modified xsi:type="dcterms:W3CDTF">2026-03-12T17:05:12Z</dcterms:modified>
  <cp:category/>
</cp:coreProperties>
</file>