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Heap (</a:t>
            </a:r>
            <a:r>
              <a:rPr lang="ru-RU" dirty="0"/>
              <a:t>куча)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Теория</a:t>
            </a:r>
            <a:endParaRPr dirty="0"/>
          </a:p>
          <a:p>
            <a:r>
              <a:rPr dirty="0" err="1"/>
              <a:t>Реализация</a:t>
            </a:r>
            <a:r>
              <a:rPr dirty="0"/>
              <a:t> в Python</a:t>
            </a:r>
          </a:p>
          <a:p>
            <a:r>
              <a:rPr dirty="0" err="1"/>
              <a:t>Типовые</a:t>
            </a:r>
            <a:r>
              <a:rPr dirty="0"/>
              <a:t> </a:t>
            </a:r>
            <a:r>
              <a:rPr dirty="0" err="1"/>
              <a:t>задачи</a:t>
            </a:r>
            <a:endParaRPr dirty="0"/>
          </a:p>
          <a:p>
            <a:r>
              <a:rPr dirty="0" err="1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куча?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полное</a:t>
            </a:r>
            <a:r>
              <a:rPr dirty="0"/>
              <a:t> </a:t>
            </a:r>
            <a:r>
              <a:rPr dirty="0" err="1"/>
              <a:t>бинарное</a:t>
            </a:r>
            <a:r>
              <a:rPr dirty="0"/>
              <a:t> </a:t>
            </a:r>
            <a:r>
              <a:rPr dirty="0" err="1"/>
              <a:t>дерево</a:t>
            </a:r>
            <a:endParaRPr dirty="0"/>
          </a:p>
          <a:p>
            <a:r>
              <a:rPr dirty="0"/>
              <a:t>Min-heap: </a:t>
            </a:r>
            <a:r>
              <a:rPr dirty="0" err="1"/>
              <a:t>родитель</a:t>
            </a:r>
            <a:r>
              <a:rPr dirty="0"/>
              <a:t> ≤ </a:t>
            </a:r>
            <a:r>
              <a:rPr dirty="0" err="1"/>
              <a:t>дети</a:t>
            </a:r>
            <a:endParaRPr dirty="0"/>
          </a:p>
          <a:p>
            <a:r>
              <a:rPr dirty="0"/>
              <a:t>Max-heap: </a:t>
            </a:r>
            <a:r>
              <a:rPr dirty="0" err="1"/>
              <a:t>родитель</a:t>
            </a:r>
            <a:r>
              <a:rPr dirty="0"/>
              <a:t> ≥ </a:t>
            </a:r>
            <a:r>
              <a:rPr dirty="0" err="1"/>
              <a:t>дети</a:t>
            </a:r>
            <a:endParaRPr dirty="0"/>
          </a:p>
          <a:p>
            <a:r>
              <a:rPr dirty="0" err="1"/>
              <a:t>Минимум</a:t>
            </a:r>
            <a:r>
              <a:rPr dirty="0"/>
              <a:t>/</a:t>
            </a:r>
            <a:r>
              <a:rPr dirty="0" err="1"/>
              <a:t>максимум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в </a:t>
            </a:r>
            <a:r>
              <a:rPr dirty="0" err="1"/>
              <a:t>корне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операции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Вставка</a:t>
            </a:r>
            <a:r>
              <a:rPr dirty="0"/>
              <a:t> — O(log n)</a:t>
            </a:r>
          </a:p>
          <a:p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корня</a:t>
            </a:r>
            <a:r>
              <a:rPr dirty="0"/>
              <a:t> — O(log n)</a:t>
            </a:r>
          </a:p>
          <a:p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минимум</a:t>
            </a:r>
            <a:r>
              <a:rPr dirty="0"/>
              <a:t> — O(1)</a:t>
            </a:r>
          </a:p>
          <a:p>
            <a:r>
              <a:rPr dirty="0" err="1"/>
              <a:t>Построение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массива</a:t>
            </a:r>
            <a:r>
              <a:rPr dirty="0"/>
              <a:t> — O(n)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O(log n)?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Высота</a:t>
            </a:r>
            <a:r>
              <a:rPr dirty="0"/>
              <a:t>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полного</a:t>
            </a:r>
            <a:r>
              <a:rPr dirty="0"/>
              <a:t> </a:t>
            </a:r>
            <a:r>
              <a:rPr dirty="0" err="1"/>
              <a:t>дерева</a:t>
            </a:r>
            <a:r>
              <a:rPr dirty="0"/>
              <a:t> = O(log n)</a:t>
            </a:r>
          </a:p>
          <a:p>
            <a:r>
              <a:rPr dirty="0"/>
              <a:t>Sift up —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вставке</a:t>
            </a:r>
            <a:endParaRPr dirty="0"/>
          </a:p>
          <a:p>
            <a:r>
              <a:rPr dirty="0"/>
              <a:t>Sift down —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удалении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хранится куча?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массив</a:t>
            </a:r>
            <a:endParaRPr dirty="0"/>
          </a:p>
          <a:p>
            <a:r>
              <a:rPr dirty="0" err="1"/>
              <a:t>Левый</a:t>
            </a:r>
            <a:r>
              <a:rPr dirty="0"/>
              <a:t> </a:t>
            </a:r>
            <a:r>
              <a:rPr dirty="0" err="1"/>
              <a:t>ребёнок</a:t>
            </a:r>
            <a:r>
              <a:rPr dirty="0"/>
              <a:t>: 2*</a:t>
            </a:r>
            <a:r>
              <a:rPr dirty="0" err="1"/>
              <a:t>i</a:t>
            </a:r>
            <a:r>
              <a:rPr dirty="0"/>
              <a:t> + 1</a:t>
            </a:r>
          </a:p>
          <a:p>
            <a:r>
              <a:rPr dirty="0"/>
              <a:t>Правый </a:t>
            </a:r>
            <a:r>
              <a:rPr dirty="0" err="1"/>
              <a:t>ребёнок</a:t>
            </a:r>
            <a:r>
              <a:rPr dirty="0"/>
              <a:t>: 2*</a:t>
            </a:r>
            <a:r>
              <a:rPr dirty="0" err="1"/>
              <a:t>i</a:t>
            </a:r>
            <a:r>
              <a:rPr dirty="0"/>
              <a:t> + 2</a:t>
            </a:r>
          </a:p>
          <a:p>
            <a:r>
              <a:rPr dirty="0" err="1"/>
              <a:t>Родитель</a:t>
            </a:r>
            <a:r>
              <a:rPr dirty="0"/>
              <a:t>: (</a:t>
            </a:r>
            <a:r>
              <a:rPr dirty="0" err="1"/>
              <a:t>i</a:t>
            </a:r>
            <a:r>
              <a:rPr dirty="0"/>
              <a:t> - 1) //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Heap в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Модуль</a:t>
            </a:r>
            <a:r>
              <a:rPr dirty="0"/>
              <a:t> </a:t>
            </a:r>
            <a:r>
              <a:rPr dirty="0" err="1"/>
              <a:t>heapq</a:t>
            </a:r>
            <a:r>
              <a:rPr dirty="0"/>
              <a:t> — min-heap</a:t>
            </a:r>
          </a:p>
          <a:p>
            <a:r>
              <a:rPr dirty="0" err="1"/>
              <a:t>heappush</a:t>
            </a:r>
            <a:r>
              <a:rPr dirty="0"/>
              <a:t> — O(log n)</a:t>
            </a:r>
          </a:p>
          <a:p>
            <a:r>
              <a:rPr dirty="0" err="1"/>
              <a:t>heappop</a:t>
            </a:r>
            <a:r>
              <a:rPr dirty="0"/>
              <a:t> — O(log n)</a:t>
            </a:r>
          </a:p>
          <a:p>
            <a:r>
              <a:rPr dirty="0" err="1"/>
              <a:t>heapify</a:t>
            </a:r>
            <a:r>
              <a:rPr dirty="0"/>
              <a:t> — O(n)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Max-heap в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Стандартно</a:t>
            </a:r>
            <a:r>
              <a:rPr dirty="0"/>
              <a:t> </a:t>
            </a:r>
            <a:r>
              <a:rPr dirty="0" err="1"/>
              <a:t>отсутствует</a:t>
            </a:r>
            <a:endParaRPr dirty="0"/>
          </a:p>
          <a:p>
            <a:r>
              <a:rPr dirty="0" err="1"/>
              <a:t>Используем</a:t>
            </a:r>
            <a:r>
              <a:rPr dirty="0"/>
              <a:t> </a:t>
            </a:r>
            <a:r>
              <a:rPr dirty="0" err="1"/>
              <a:t>отрицания</a:t>
            </a:r>
            <a:r>
              <a:rPr dirty="0"/>
              <a:t> (-x)</a:t>
            </a:r>
          </a:p>
          <a:p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кортежи</a:t>
            </a:r>
            <a:r>
              <a:rPr dirty="0"/>
              <a:t> (priority, value)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K </a:t>
            </a:r>
            <a:r>
              <a:rPr dirty="0" err="1"/>
              <a:t>элементов</a:t>
            </a:r>
            <a:endParaRPr dirty="0"/>
          </a:p>
          <a:p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(median)</a:t>
            </a:r>
          </a:p>
          <a:p>
            <a:r>
              <a:rPr lang="ru-RU" dirty="0"/>
              <a:t>Слить</a:t>
            </a:r>
            <a:r>
              <a:rPr dirty="0"/>
              <a:t> k </a:t>
            </a:r>
            <a:r>
              <a:rPr dirty="0" err="1"/>
              <a:t>отсортированных</a:t>
            </a:r>
            <a:r>
              <a:rPr dirty="0"/>
              <a:t> </a:t>
            </a:r>
            <a:r>
              <a:rPr dirty="0" err="1"/>
              <a:t>списков</a:t>
            </a:r>
            <a:endParaRPr dirty="0"/>
          </a:p>
          <a:p>
            <a:r>
              <a:rPr dirty="0" err="1"/>
              <a:t>Приоритетное</a:t>
            </a:r>
            <a:r>
              <a:rPr dirty="0"/>
              <a:t>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Top 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Min-heap </a:t>
            </a:r>
            <a:r>
              <a:rPr dirty="0" err="1"/>
              <a:t>размера</a:t>
            </a:r>
            <a:r>
              <a:rPr dirty="0"/>
              <a:t> k</a:t>
            </a:r>
          </a:p>
          <a:p>
            <a:r>
              <a:rPr dirty="0" err="1"/>
              <a:t>Сложность</a:t>
            </a:r>
            <a:r>
              <a:rPr dirty="0"/>
              <a:t>: O(n log k)</a:t>
            </a:r>
          </a:p>
          <a:p>
            <a:r>
              <a:rPr dirty="0" err="1"/>
              <a:t>Лучше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полная</a:t>
            </a:r>
            <a:r>
              <a:rPr dirty="0"/>
              <a:t> </a:t>
            </a:r>
            <a:r>
              <a:rPr dirty="0" err="1"/>
              <a:t>сортировка</a:t>
            </a:r>
            <a:r>
              <a:rPr dirty="0"/>
              <a:t> O(n log 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Две кучи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Max-heap — </a:t>
            </a:r>
            <a:r>
              <a:rPr dirty="0" err="1"/>
              <a:t>левая</a:t>
            </a:r>
            <a:r>
              <a:rPr dirty="0"/>
              <a:t> </a:t>
            </a:r>
            <a:r>
              <a:rPr dirty="0" err="1"/>
              <a:t>половина</a:t>
            </a:r>
            <a:endParaRPr dirty="0"/>
          </a:p>
          <a:p>
            <a:r>
              <a:rPr dirty="0"/>
              <a:t>Min-heap — </a:t>
            </a:r>
            <a:r>
              <a:rPr dirty="0" err="1"/>
              <a:t>правая</a:t>
            </a:r>
            <a:r>
              <a:rPr dirty="0"/>
              <a:t> </a:t>
            </a:r>
            <a:r>
              <a:rPr dirty="0" err="1"/>
              <a:t>половина</a:t>
            </a:r>
            <a:endParaRPr dirty="0"/>
          </a:p>
          <a:p>
            <a:r>
              <a:rPr dirty="0" err="1"/>
              <a:t>Балансировка</a:t>
            </a:r>
            <a:r>
              <a:rPr dirty="0"/>
              <a:t> </a:t>
            </a:r>
            <a:r>
              <a:rPr dirty="0" err="1"/>
              <a:t>размеров</a:t>
            </a:r>
            <a:endParaRPr dirty="0"/>
          </a:p>
          <a:p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медианы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использовать heap?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получать</a:t>
            </a:r>
            <a:r>
              <a:rPr dirty="0"/>
              <a:t> min/max</a:t>
            </a:r>
          </a:p>
          <a:p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приоритетами</a:t>
            </a:r>
            <a:endParaRPr dirty="0"/>
          </a:p>
          <a:p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приходят</a:t>
            </a:r>
            <a:r>
              <a:rPr dirty="0"/>
              <a:t> </a:t>
            </a:r>
            <a:r>
              <a:rPr dirty="0" err="1"/>
              <a:t>постепенно</a:t>
            </a:r>
            <a:endParaRPr dirty="0"/>
          </a:p>
          <a:p>
            <a:r>
              <a:rPr dirty="0" err="1"/>
              <a:t>Нужен</a:t>
            </a:r>
            <a:r>
              <a:rPr dirty="0"/>
              <a:t> Top 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heap не подходит?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удалять</a:t>
            </a:r>
            <a:r>
              <a:rPr dirty="0"/>
              <a:t> </a:t>
            </a:r>
            <a:r>
              <a:rPr dirty="0" err="1"/>
              <a:t>произвольные</a:t>
            </a:r>
            <a:r>
              <a:rPr dirty="0"/>
              <a:t> </a:t>
            </a:r>
            <a:r>
              <a:rPr dirty="0" err="1"/>
              <a:t>элементы</a:t>
            </a:r>
            <a:endParaRPr dirty="0"/>
          </a:p>
          <a:p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отсортированная</a:t>
            </a:r>
            <a:r>
              <a:rPr dirty="0"/>
              <a:t> </a:t>
            </a:r>
            <a:r>
              <a:rPr dirty="0" err="1"/>
              <a:t>структура</a:t>
            </a:r>
            <a:endParaRPr dirty="0"/>
          </a:p>
          <a:p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значению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Heap ≠ </a:t>
            </a:r>
            <a:r>
              <a:rPr dirty="0" err="1"/>
              <a:t>отсортированный</a:t>
            </a:r>
            <a:r>
              <a:rPr dirty="0"/>
              <a:t> </a:t>
            </a:r>
            <a:r>
              <a:rPr dirty="0" err="1"/>
              <a:t>массив</a:t>
            </a:r>
            <a:endParaRPr dirty="0"/>
          </a:p>
          <a:p>
            <a:r>
              <a:rPr dirty="0" err="1"/>
              <a:t>Heapify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O(n)</a:t>
            </a:r>
          </a:p>
          <a:p>
            <a:r>
              <a:rPr dirty="0"/>
              <a:t>Top K → min-heap </a:t>
            </a:r>
            <a:r>
              <a:rPr dirty="0" err="1"/>
              <a:t>размера</a:t>
            </a:r>
            <a:r>
              <a:rPr dirty="0"/>
              <a:t> k</a:t>
            </a:r>
          </a:p>
          <a:p>
            <a:r>
              <a:rPr dirty="0"/>
              <a:t>Streaming → </a:t>
            </a:r>
            <a:r>
              <a:rPr dirty="0" err="1"/>
              <a:t>две</a:t>
            </a:r>
            <a:r>
              <a:rPr dirty="0"/>
              <a:t> </a:t>
            </a:r>
            <a:r>
              <a:rPr dirty="0" err="1"/>
              <a:t>кучи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294</Words>
  <Application>Microsoft Office PowerPoint</Application>
  <PresentationFormat>On-screen Show (4:3)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Heap (куча)</vt:lpstr>
      <vt:lpstr>Heap</vt:lpstr>
      <vt:lpstr>Что такое куча?</vt:lpstr>
      <vt:lpstr>Основные операции</vt:lpstr>
      <vt:lpstr>Почему O(log n)?</vt:lpstr>
      <vt:lpstr>Как хранится куча?</vt:lpstr>
      <vt:lpstr>Heap в Python</vt:lpstr>
      <vt:lpstr>Max-heap в Python</vt:lpstr>
      <vt:lpstr>Типовые задачи</vt:lpstr>
      <vt:lpstr>Паттерн: Top K</vt:lpstr>
      <vt:lpstr>Паттерн: Две кучи</vt:lpstr>
      <vt:lpstr>Когда использовать heap?</vt:lpstr>
      <vt:lpstr>Когда heap не подходит?</vt:lpstr>
      <vt:lpstr>Ключевые 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3</cp:revision>
  <dcterms:created xsi:type="dcterms:W3CDTF">2013-01-27T09:14:16Z</dcterms:created>
  <dcterms:modified xsi:type="dcterms:W3CDTF">2026-03-03T19:27:29Z</dcterms:modified>
  <cp:category/>
</cp:coreProperties>
</file>