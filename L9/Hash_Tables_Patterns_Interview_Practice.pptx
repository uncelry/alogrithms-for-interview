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Хэш-таблицы в алгоритмических задачах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Паттерны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 и </a:t>
            </a:r>
            <a:r>
              <a:rPr dirty="0" err="1"/>
              <a:t>практик</a:t>
            </a:r>
            <a:r>
              <a:rPr lang="ru-RU" dirty="0"/>
              <a:t>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стоит думать про хэш-таблицу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существование</a:t>
            </a:r>
            <a:r>
              <a:rPr dirty="0"/>
              <a:t> </a:t>
            </a:r>
            <a:r>
              <a:rPr dirty="0" err="1"/>
              <a:t>элемента</a:t>
            </a:r>
            <a:endParaRPr dirty="0"/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частоты</a:t>
            </a:r>
            <a:r>
              <a:rPr dirty="0"/>
              <a:t> / </a:t>
            </a:r>
            <a:r>
              <a:rPr dirty="0" err="1"/>
              <a:t>агрегировать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соответствие</a:t>
            </a:r>
            <a:r>
              <a:rPr dirty="0"/>
              <a:t> «</a:t>
            </a:r>
            <a:r>
              <a:rPr dirty="0" err="1"/>
              <a:t>ключ</a:t>
            </a:r>
            <a:r>
              <a:rPr dirty="0"/>
              <a:t> → </a:t>
            </a:r>
            <a:r>
              <a:rPr dirty="0" err="1"/>
              <a:t>значение</a:t>
            </a:r>
            <a:r>
              <a:rPr dirty="0"/>
              <a:t>»</a:t>
            </a:r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избавиться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вложенных</a:t>
            </a:r>
            <a:r>
              <a:rPr dirty="0"/>
              <a:t> </a:t>
            </a:r>
            <a:r>
              <a:rPr dirty="0" err="1"/>
              <a:t>циклов</a:t>
            </a:r>
            <a:endParaRPr dirty="0"/>
          </a:p>
          <a:p>
            <a:r>
              <a:rPr dirty="0" err="1"/>
              <a:t>Ожидается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быстрее</a:t>
            </a:r>
            <a:r>
              <a:rPr dirty="0"/>
              <a:t> </a:t>
            </a:r>
            <a:r>
              <a:rPr lang="en-US" dirty="0"/>
              <a:t>O(</a:t>
            </a:r>
            <a:r>
              <a:rPr lang="en-US" dirty="0" err="1"/>
              <a:t>NlogN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операции и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Вставка: O(1) в среднем</a:t>
            </a:r>
          </a:p>
          <a:p>
            <a:r>
              <a:t>Поиск: O(1) в среднем</a:t>
            </a:r>
          </a:p>
          <a:p>
            <a:r>
              <a:t>Удаление: O(1) в среднем</a:t>
            </a:r>
          </a:p>
          <a:p>
            <a:r>
              <a:t>Память: O(n)</a:t>
            </a:r>
          </a:p>
          <a:p>
            <a:r>
              <a:t>Важно: возможны коллизии → деградация до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HashSet / Existence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Идея: храним уже встреченные элементы</a:t>
            </a:r>
          </a:p>
          <a:p>
            <a:r>
              <a:t>Часто используется для поиска дубликатов</a:t>
            </a:r>
          </a:p>
          <a:p>
            <a:r>
              <a:t>Позволяет убрать вложенные циклы</a:t>
            </a:r>
          </a:p>
          <a:p>
            <a:r>
              <a:t>Типичный вопрос: «был ли элемент раньше?»</a:t>
            </a:r>
          </a:p>
          <a:p>
            <a:r>
              <a:t>LeetCode: 217, 268,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Frequency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Идея: считаем количество вхождений элементов</a:t>
            </a:r>
          </a:p>
          <a:p>
            <a:r>
              <a:t>Используется для строк, массивов, подсчёта символов</a:t>
            </a:r>
          </a:p>
          <a:p>
            <a:r>
              <a:t>Основа для анаграмм и статистики</a:t>
            </a:r>
          </a:p>
          <a:p>
            <a:r>
              <a:t>LeetCode: 242, 383, 169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Bucket Sort (через hash)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Группируем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«</a:t>
            </a:r>
            <a:r>
              <a:rPr dirty="0" err="1"/>
              <a:t>корзинам</a:t>
            </a:r>
            <a:r>
              <a:rPr dirty="0"/>
              <a:t>»</a:t>
            </a:r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Frequency Map</a:t>
            </a:r>
          </a:p>
          <a:p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сортировать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частоте</a:t>
            </a:r>
            <a:endParaRPr dirty="0"/>
          </a:p>
          <a:p>
            <a:r>
              <a:rPr dirty="0" err="1"/>
              <a:t>LeetCode</a:t>
            </a:r>
            <a:r>
              <a:rPr dirty="0"/>
              <a:t>: 347, 451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Sliding Window + 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Окно</a:t>
            </a:r>
            <a:r>
              <a:rPr dirty="0"/>
              <a:t> с </a:t>
            </a:r>
            <a:r>
              <a:rPr dirty="0" err="1"/>
              <a:t>динамическим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границ</a:t>
            </a:r>
            <a:endParaRPr dirty="0"/>
          </a:p>
          <a:p>
            <a:r>
              <a:rPr dirty="0"/>
              <a:t>HashMap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окна</a:t>
            </a:r>
            <a:endParaRPr dirty="0"/>
          </a:p>
          <a:p>
            <a:r>
              <a:rPr dirty="0" err="1"/>
              <a:t>Типично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подстроки</a:t>
            </a:r>
            <a:endParaRPr dirty="0"/>
          </a:p>
          <a:p>
            <a:r>
              <a:rPr dirty="0" err="1"/>
              <a:t>LeetCode</a:t>
            </a:r>
            <a:r>
              <a:rPr dirty="0"/>
              <a:t>: 3, 76, 567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Prefix Sum + 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Храним, какие префиксные суммы уже были</a:t>
            </a:r>
          </a:p>
          <a:p>
            <a:r>
              <a:t>Позволяет решать задачи с подмассивами</a:t>
            </a:r>
          </a:p>
          <a:p>
            <a:r>
              <a:t>Ключевая идея: current_sum - target</a:t>
            </a:r>
          </a:p>
          <a:p>
            <a:r>
              <a:t>LeetCode: 560, 974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Value →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Храним позицию элемента</a:t>
            </a:r>
          </a:p>
          <a:p>
            <a:r>
              <a:t>Позволяет находить пары за O(n)</a:t>
            </a:r>
          </a:p>
          <a:p>
            <a:r>
              <a:t>Часто первый шаг в оптимизации</a:t>
            </a:r>
          </a:p>
          <a:p>
            <a:r>
              <a:t>LeetCode: 1, 167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задачи на хэш-таблицы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Sum / пары элементов</a:t>
            </a:r>
          </a:p>
          <a:p>
            <a:r>
              <a:t>Анаграммы</a:t>
            </a:r>
          </a:p>
          <a:p>
            <a:r>
              <a:t>Подстроки без повторений</a:t>
            </a:r>
          </a:p>
          <a:p>
            <a:r>
              <a:t>Подмассивы с заданной суммой</a:t>
            </a:r>
          </a:p>
          <a:p>
            <a:r>
              <a:t>Топ-K элементов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Практик</a:t>
            </a:r>
            <a:r>
              <a:rPr lang="ru-RU" dirty="0"/>
              <a:t>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Sum — </a:t>
            </a:r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паттерна</a:t>
            </a:r>
            <a:r>
              <a:rPr dirty="0"/>
              <a:t> Value → Index</a:t>
            </a:r>
          </a:p>
          <a:p>
            <a:r>
              <a:rPr dirty="0"/>
              <a:t>Valid Anagram — Frequency Map</a:t>
            </a:r>
          </a:p>
          <a:p>
            <a:r>
              <a:rPr dirty="0"/>
              <a:t>Longest Substring Without Repeating Characters — Sliding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312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Хэш-таблицы в алгоритмических задачах</vt:lpstr>
      <vt:lpstr>Когда стоит думать про хэш-таблицу</vt:lpstr>
      <vt:lpstr>Основные операции и сложности</vt:lpstr>
      <vt:lpstr>Паттерн: HashSet / Existence Check</vt:lpstr>
      <vt:lpstr>Паттерн: Frequency Map</vt:lpstr>
      <vt:lpstr>Паттерн: Bucket Sort (через hash)</vt:lpstr>
      <vt:lpstr>Паттерн: Sliding Window + HashMap</vt:lpstr>
      <vt:lpstr>Паттерн: Prefix Sum + HashMap</vt:lpstr>
      <vt:lpstr>Паттерн: Value → Index</vt:lpstr>
      <vt:lpstr>Типовые задачи на хэш-таблицы</vt:lpstr>
      <vt:lpstr>Практика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4</cp:revision>
  <dcterms:created xsi:type="dcterms:W3CDTF">2013-01-27T09:14:16Z</dcterms:created>
  <dcterms:modified xsi:type="dcterms:W3CDTF">2026-01-31T09:16:16Z</dcterms:modified>
  <cp:category/>
</cp:coreProperties>
</file>