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Knapsack и закрепление </a:t>
            </a:r>
            <a:r>
              <a:rPr lang="en-US" dirty="0"/>
              <a:t>DP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задач на Динамическое Программирование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0/1 Knapsack</a:t>
            </a:r>
          </a:p>
          <a:p>
            <a:r>
              <a:rPr lang="en-US" dirty="0"/>
              <a:t>Unbounded Knapsack</a:t>
            </a:r>
          </a:p>
          <a:p>
            <a:r>
              <a:rPr lang="en-US" dirty="0"/>
              <a:t>Shortest Path (</a:t>
            </a:r>
            <a:r>
              <a:rPr lang="en-US" dirty="0" err="1"/>
              <a:t>eg</a:t>
            </a:r>
            <a:r>
              <a:rPr lang="en-US" dirty="0"/>
              <a:t>: Unique Paths I/II)</a:t>
            </a:r>
          </a:p>
          <a:p>
            <a:r>
              <a:rPr lang="en-US" dirty="0"/>
              <a:t>Fibonacci Sequence (</a:t>
            </a:r>
            <a:r>
              <a:rPr lang="en-US" dirty="0" err="1"/>
              <a:t>eg</a:t>
            </a:r>
            <a:r>
              <a:rPr lang="en-US" dirty="0"/>
              <a:t>: House Thief, Jump Game)</a:t>
            </a:r>
          </a:p>
          <a:p>
            <a:r>
              <a:rPr lang="en-US" dirty="0"/>
              <a:t>Longest Common Substring/</a:t>
            </a:r>
            <a:r>
              <a:rPr lang="en-US" dirty="0" err="1"/>
              <a:t>Subsequeunce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E202-6ADA-1464-1C7E-AFB93EA9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534-0EDC-C382-78A1-4687F1CE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Knapsack и </a:t>
            </a:r>
            <a:r>
              <a:rPr dirty="0" err="1"/>
              <a:t>закрепление</a:t>
            </a:r>
            <a:r>
              <a:rPr dirty="0"/>
              <a:t> 1D / 2D 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8298-6C21-76CA-4B2E-09051ADB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: </a:t>
            </a:r>
            <a:r>
              <a:rPr dirty="0" err="1"/>
              <a:t>систематизация</a:t>
            </a:r>
            <a:r>
              <a:rPr dirty="0"/>
              <a:t> </a:t>
            </a:r>
            <a:r>
              <a:rPr dirty="0" err="1"/>
              <a:t>динамического</a:t>
            </a:r>
            <a:r>
              <a:rPr dirty="0"/>
              <a:t> </a:t>
            </a:r>
            <a:r>
              <a:rPr dirty="0" err="1"/>
              <a:t>программирования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паттерн</a:t>
            </a:r>
            <a:r>
              <a:rPr dirty="0"/>
              <a:t> </a:t>
            </a:r>
            <a:r>
              <a:rPr dirty="0" err="1"/>
              <a:t>рюкзака</a:t>
            </a:r>
            <a:endParaRPr dirty="0"/>
          </a:p>
          <a:p>
            <a:r>
              <a:rPr dirty="0" err="1"/>
              <a:t>Фокус</a:t>
            </a:r>
            <a:r>
              <a:rPr dirty="0"/>
              <a:t>: </a:t>
            </a:r>
            <a:r>
              <a:rPr dirty="0" err="1"/>
              <a:t>состояния</a:t>
            </a:r>
            <a:r>
              <a:rPr dirty="0"/>
              <a:t>, </a:t>
            </a:r>
            <a:r>
              <a:rPr dirty="0" err="1"/>
              <a:t>переходы</a:t>
            </a:r>
            <a:r>
              <a:rPr dirty="0"/>
              <a:t>, </a:t>
            </a:r>
            <a:r>
              <a:rPr dirty="0" err="1"/>
              <a:t>различия</a:t>
            </a:r>
            <a:r>
              <a:rPr dirty="0"/>
              <a:t> 0/1 и Unbounded</a:t>
            </a:r>
          </a:p>
        </p:txBody>
      </p:sp>
    </p:spTree>
    <p:extLst>
      <p:ext uri="{BB962C8B-B14F-4D97-AF65-F5344CB8AC3E}">
        <p14:creationId xmlns:p14="http://schemas.microsoft.com/office/powerpoint/2010/main" val="341546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Knapsack — это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: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брать</a:t>
            </a:r>
            <a:r>
              <a:rPr dirty="0"/>
              <a:t> </a:t>
            </a:r>
            <a:r>
              <a:rPr dirty="0" err="1"/>
              <a:t>предмет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ограничение</a:t>
            </a:r>
            <a:r>
              <a:rPr dirty="0"/>
              <a:t>: </a:t>
            </a:r>
            <a:r>
              <a:rPr dirty="0" err="1"/>
              <a:t>вместимость</a:t>
            </a:r>
            <a:endParaRPr dirty="0"/>
          </a:p>
          <a:p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предыдущих</a:t>
            </a:r>
            <a:r>
              <a:rPr dirty="0"/>
              <a:t> </a:t>
            </a:r>
            <a:r>
              <a:rPr dirty="0" err="1"/>
              <a:t>состояний</a:t>
            </a:r>
            <a:endParaRPr dirty="0"/>
          </a:p>
          <a:p>
            <a:r>
              <a:rPr dirty="0" err="1"/>
              <a:t>Жадный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в </a:t>
            </a:r>
            <a:r>
              <a:rPr dirty="0" err="1"/>
              <a:t>общем</a:t>
            </a:r>
            <a:r>
              <a:rPr dirty="0"/>
              <a:t> </a:t>
            </a:r>
            <a:r>
              <a:rPr dirty="0" err="1"/>
              <a:t>случае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Классическая</a:t>
            </a:r>
            <a:r>
              <a:rPr dirty="0"/>
              <a:t> </a:t>
            </a:r>
            <a:r>
              <a:rPr dirty="0" err="1"/>
              <a:t>постановка</a:t>
            </a:r>
            <a:r>
              <a:rPr dirty="0"/>
              <a:t> 0/1 Knapsack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Даны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w[</a:t>
            </a:r>
            <a:r>
              <a:rPr dirty="0" err="1"/>
              <a:t>i</a:t>
            </a:r>
            <a:r>
              <a:rPr dirty="0"/>
              <a:t>] и </a:t>
            </a:r>
            <a:r>
              <a:rPr dirty="0" err="1"/>
              <a:t>ценности</a:t>
            </a:r>
            <a:r>
              <a:rPr dirty="0"/>
              <a:t> v[</a:t>
            </a:r>
            <a:r>
              <a:rPr dirty="0" err="1"/>
              <a:t>i</a:t>
            </a:r>
            <a:r>
              <a:rPr dirty="0"/>
              <a:t>]</a:t>
            </a:r>
          </a:p>
          <a:p>
            <a:r>
              <a:rPr dirty="0" err="1"/>
              <a:t>Рюкзак</a:t>
            </a:r>
            <a:r>
              <a:rPr dirty="0"/>
              <a:t> </a:t>
            </a:r>
            <a:r>
              <a:rPr dirty="0" err="1"/>
              <a:t>вместимости</a:t>
            </a:r>
            <a:r>
              <a:rPr dirty="0"/>
              <a:t> W</a:t>
            </a:r>
          </a:p>
          <a:p>
            <a:r>
              <a:rPr dirty="0"/>
              <a:t>Максимизировать </a:t>
            </a:r>
            <a:r>
              <a:rPr dirty="0" err="1"/>
              <a:t>суммарную</a:t>
            </a:r>
            <a:r>
              <a:rPr dirty="0"/>
              <a:t> </a:t>
            </a:r>
            <a:r>
              <a:rPr dirty="0" err="1"/>
              <a:t>ценность</a:t>
            </a:r>
            <a:endParaRPr dirty="0"/>
          </a:p>
          <a:p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взять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раза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Состояние 2D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][w] — 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ценности</a:t>
            </a:r>
            <a:endParaRPr dirty="0"/>
          </a:p>
          <a:p>
            <a:r>
              <a:rPr dirty="0" err="1"/>
              <a:t>Используем</a:t>
            </a:r>
            <a:r>
              <a:rPr dirty="0"/>
              <a:t> </a:t>
            </a:r>
            <a:r>
              <a:rPr dirty="0" err="1"/>
              <a:t>первые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предметов</a:t>
            </a:r>
            <a:endParaRPr dirty="0"/>
          </a:p>
          <a:p>
            <a:r>
              <a:rPr dirty="0" err="1"/>
              <a:t>Вместимость</a:t>
            </a:r>
            <a:r>
              <a:rPr dirty="0"/>
              <a:t> </a:t>
            </a:r>
            <a:r>
              <a:rPr dirty="0" err="1"/>
              <a:t>рюкзака</a:t>
            </a:r>
            <a:r>
              <a:rPr dirty="0"/>
              <a:t> =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Переход 2D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берем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i: </a:t>
            </a:r>
            <a:r>
              <a:rPr dirty="0" err="1"/>
              <a:t>dp</a:t>
            </a:r>
            <a:r>
              <a:rPr dirty="0"/>
              <a:t>[i-1][w]</a:t>
            </a:r>
          </a:p>
          <a:p>
            <a:r>
              <a:rPr dirty="0" err="1"/>
              <a:t>Берем</a:t>
            </a:r>
            <a:r>
              <a:rPr dirty="0"/>
              <a:t> </a:t>
            </a:r>
            <a:r>
              <a:rPr dirty="0" err="1"/>
              <a:t>предмет</a:t>
            </a:r>
            <a:r>
              <a:rPr dirty="0"/>
              <a:t> i: </a:t>
            </a:r>
            <a:r>
              <a:rPr dirty="0" err="1"/>
              <a:t>dp</a:t>
            </a:r>
            <a:r>
              <a:rPr dirty="0"/>
              <a:t>[i-1][w - weight[</a:t>
            </a:r>
            <a:r>
              <a:rPr dirty="0" err="1"/>
              <a:t>i</a:t>
            </a:r>
            <a:r>
              <a:rPr dirty="0"/>
              <a:t>]] + value[</a:t>
            </a:r>
            <a:r>
              <a:rPr dirty="0" err="1"/>
              <a:t>i</a:t>
            </a:r>
            <a:r>
              <a:rPr dirty="0"/>
              <a:t>]</a:t>
            </a:r>
          </a:p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][w] = max(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варианта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Оптимизация до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dp</a:t>
            </a:r>
            <a:r>
              <a:rPr dirty="0"/>
              <a:t>[w]</a:t>
            </a:r>
          </a:p>
          <a:p>
            <a:r>
              <a:rPr dirty="0" err="1"/>
              <a:t>Итерация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весу</a:t>
            </a:r>
            <a:r>
              <a:rPr dirty="0"/>
              <a:t>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налево</a:t>
            </a:r>
            <a:endParaRPr dirty="0"/>
          </a:p>
          <a:p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получится</a:t>
            </a:r>
            <a:r>
              <a:rPr dirty="0"/>
              <a:t> Unbounded Knapsack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0/1 vs Unbounded Knapsack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0/1: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максимум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раз</a:t>
            </a:r>
            <a:endParaRPr dirty="0"/>
          </a:p>
          <a:p>
            <a:r>
              <a:rPr dirty="0" err="1"/>
              <a:t>Обход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—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налево</a:t>
            </a:r>
            <a:endParaRPr dirty="0"/>
          </a:p>
          <a:p>
            <a:r>
              <a:rPr dirty="0"/>
              <a:t>Unbounded: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бесконечно</a:t>
            </a:r>
            <a:endParaRPr dirty="0"/>
          </a:p>
          <a:p>
            <a:r>
              <a:rPr dirty="0" err="1"/>
              <a:t>Обход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 — </a:t>
            </a:r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направо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распознать задачу на рюкзак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ограниченный</a:t>
            </a:r>
            <a:r>
              <a:rPr dirty="0"/>
              <a:t> </a:t>
            </a:r>
            <a:r>
              <a:rPr dirty="0" err="1"/>
              <a:t>ресурс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объектов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подмножества</a:t>
            </a:r>
            <a:endParaRPr dirty="0"/>
          </a:p>
          <a:p>
            <a:r>
              <a:rPr dirty="0" err="1"/>
              <a:t>Максимизация</a:t>
            </a:r>
            <a:r>
              <a:rPr dirty="0"/>
              <a:t> / </a:t>
            </a:r>
            <a:r>
              <a:rPr dirty="0" err="1"/>
              <a:t>минимизация</a:t>
            </a:r>
            <a:r>
              <a:rPr dirty="0"/>
              <a:t> /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способов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вариации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Максимизация</a:t>
            </a:r>
            <a:r>
              <a:rPr dirty="0"/>
              <a:t> </a:t>
            </a:r>
            <a:r>
              <a:rPr dirty="0" err="1"/>
              <a:t>ценности</a:t>
            </a:r>
            <a:endParaRPr dirty="0"/>
          </a:p>
          <a:p>
            <a:r>
              <a:rPr dirty="0" err="1"/>
              <a:t>Минимизация</a:t>
            </a:r>
            <a:r>
              <a:rPr dirty="0"/>
              <a:t> </a:t>
            </a:r>
            <a:r>
              <a:rPr dirty="0" err="1"/>
              <a:t>количества</a:t>
            </a:r>
            <a:endParaRPr dirty="0"/>
          </a:p>
          <a:p>
            <a:r>
              <a:rPr dirty="0" err="1"/>
              <a:t>Подсчет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</a:t>
            </a:r>
            <a:r>
              <a:rPr dirty="0" err="1"/>
              <a:t>способов</a:t>
            </a:r>
            <a:endParaRPr dirty="0"/>
          </a:p>
          <a:p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(2D knapsack)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Knapsack — </a:t>
            </a:r>
            <a:r>
              <a:rPr dirty="0" err="1"/>
              <a:t>универсальный</a:t>
            </a:r>
            <a:r>
              <a:rPr dirty="0"/>
              <a:t> DP-</a:t>
            </a:r>
            <a:r>
              <a:rPr dirty="0" err="1"/>
              <a:t>шаблон</a:t>
            </a:r>
            <a:endParaRPr dirty="0"/>
          </a:p>
          <a:p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состояние</a:t>
            </a:r>
            <a:endParaRPr dirty="0"/>
          </a:p>
          <a:p>
            <a:r>
              <a:rPr dirty="0" err="1"/>
              <a:t>Направление</a:t>
            </a:r>
            <a:r>
              <a:rPr dirty="0"/>
              <a:t> </a:t>
            </a:r>
            <a:r>
              <a:rPr dirty="0" err="1"/>
              <a:t>обхода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задачи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289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Knapsack и закрепление DP</vt:lpstr>
      <vt:lpstr>Виды задач на Динамическое Программирование</vt:lpstr>
      <vt:lpstr>Knapsack и закрепление 1D / 2D DP</vt:lpstr>
      <vt:lpstr>Почему Knapsack — это DP</vt:lpstr>
      <vt:lpstr>Классическая постановка 0/1 Knapsack</vt:lpstr>
      <vt:lpstr>Состояние 2D DP</vt:lpstr>
      <vt:lpstr>Переход 2D DP</vt:lpstr>
      <vt:lpstr>Оптимизация до 1D</vt:lpstr>
      <vt:lpstr>0/1 vs Unbounded Knapsack</vt:lpstr>
      <vt:lpstr>Как распознать задачу на рюкзак</vt:lpstr>
      <vt:lpstr>Типовые вариации</vt:lpstr>
      <vt:lpstr>Итог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3</cp:revision>
  <dcterms:created xsi:type="dcterms:W3CDTF">2013-01-27T09:14:16Z</dcterms:created>
  <dcterms:modified xsi:type="dcterms:W3CDTF">2026-02-21T09:12:23Z</dcterms:modified>
  <cp:category/>
</cp:coreProperties>
</file>