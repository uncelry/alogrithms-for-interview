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1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51" d="100"/>
          <a:sy n="151" d="100"/>
        </p:scale>
        <p:origin x="2094" y="15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leetcode.com/problems/running-sum-of-1d-array/description/" TargetMode="External"/><Relationship Id="rId2" Type="http://schemas.openxmlformats.org/officeDocument/2006/relationships/hyperlink" Target="https://leetcode.com/problems/contains-duplicate/description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leetcode.com/problems/concatenation-of-array/description/" TargetMode="Externa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Алгоритмы и структуры данных</a:t>
            </a:r>
          </a:p>
          <a:p>
            <a:r>
              <a:t>Занятие 2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Как решать задачи на алгоритмических собеседованиях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Цели занятия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Понять</a:t>
            </a:r>
            <a:r>
              <a:rPr dirty="0"/>
              <a:t> </a:t>
            </a:r>
            <a:r>
              <a:rPr dirty="0" err="1"/>
              <a:t>процесс</a:t>
            </a:r>
            <a:r>
              <a:rPr dirty="0"/>
              <a:t> </a:t>
            </a:r>
            <a:r>
              <a:rPr dirty="0" err="1"/>
              <a:t>решения</a:t>
            </a:r>
            <a:r>
              <a:rPr dirty="0"/>
              <a:t> </a:t>
            </a:r>
            <a:r>
              <a:rPr dirty="0" err="1"/>
              <a:t>задач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собеседованиях</a:t>
            </a:r>
            <a:endParaRPr dirty="0"/>
          </a:p>
          <a:p>
            <a:r>
              <a:rPr dirty="0" err="1"/>
              <a:t>Научиться</a:t>
            </a:r>
            <a:r>
              <a:rPr dirty="0"/>
              <a:t> </a:t>
            </a:r>
            <a:r>
              <a:rPr dirty="0" err="1"/>
              <a:t>проговаривать</a:t>
            </a:r>
            <a:r>
              <a:rPr dirty="0"/>
              <a:t> </a:t>
            </a:r>
            <a:r>
              <a:rPr dirty="0" err="1"/>
              <a:t>мысли</a:t>
            </a:r>
            <a:r>
              <a:rPr dirty="0"/>
              <a:t> </a:t>
            </a:r>
            <a:r>
              <a:rPr dirty="0" err="1"/>
              <a:t>вслух</a:t>
            </a:r>
            <a:endParaRPr dirty="0"/>
          </a:p>
          <a:p>
            <a:r>
              <a:rPr dirty="0" err="1"/>
              <a:t>Разобрать</a:t>
            </a:r>
            <a:r>
              <a:rPr dirty="0"/>
              <a:t> </a:t>
            </a:r>
            <a:r>
              <a:rPr dirty="0" err="1"/>
              <a:t>наивные</a:t>
            </a:r>
            <a:r>
              <a:rPr dirty="0"/>
              <a:t> и </a:t>
            </a:r>
            <a:r>
              <a:rPr dirty="0" err="1"/>
              <a:t>оптимальные</a:t>
            </a:r>
            <a:r>
              <a:rPr dirty="0"/>
              <a:t> </a:t>
            </a:r>
            <a:r>
              <a:rPr dirty="0" err="1"/>
              <a:t>решения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t>Как проходят алгоритмические собеседования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Важно не только решение, но и ход мыслей</a:t>
            </a:r>
          </a:p>
          <a:p>
            <a:r>
              <a:t>Интервью — это диалог, а не экзамен</a:t>
            </a:r>
          </a:p>
          <a:p>
            <a:r>
              <a:t>Писать код сразу — плохая идея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Алгоритм</a:t>
            </a:r>
            <a:r>
              <a:rPr dirty="0"/>
              <a:t> </a:t>
            </a:r>
            <a:r>
              <a:rPr dirty="0" err="1"/>
              <a:t>решения</a:t>
            </a:r>
            <a:r>
              <a:rPr dirty="0"/>
              <a:t> </a:t>
            </a:r>
            <a:r>
              <a:rPr dirty="0" err="1"/>
              <a:t>задач</a:t>
            </a:r>
            <a:r>
              <a:rPr dirty="0"/>
              <a:t> (</a:t>
            </a:r>
            <a:r>
              <a:rPr lang="ru-RU" dirty="0"/>
              <a:t>чек-лист</a:t>
            </a:r>
            <a:r>
              <a:rPr dirty="0"/>
              <a:t>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1. </a:t>
            </a:r>
            <a:r>
              <a:rPr dirty="0" err="1"/>
              <a:t>Понять</a:t>
            </a:r>
            <a:r>
              <a:rPr dirty="0"/>
              <a:t> </a:t>
            </a:r>
            <a:r>
              <a:rPr dirty="0" err="1"/>
              <a:t>условие</a:t>
            </a:r>
            <a:r>
              <a:rPr dirty="0"/>
              <a:t> и </a:t>
            </a:r>
            <a:r>
              <a:rPr dirty="0" err="1"/>
              <a:t>уточнить</a:t>
            </a:r>
            <a:r>
              <a:rPr dirty="0"/>
              <a:t> </a:t>
            </a:r>
            <a:r>
              <a:rPr dirty="0" err="1"/>
              <a:t>детали</a:t>
            </a:r>
            <a:endParaRPr dirty="0"/>
          </a:p>
          <a:p>
            <a:r>
              <a:rPr dirty="0"/>
              <a:t>2. </a:t>
            </a:r>
            <a:r>
              <a:rPr dirty="0" err="1"/>
              <a:t>Придумать</a:t>
            </a:r>
            <a:r>
              <a:rPr dirty="0"/>
              <a:t> </a:t>
            </a:r>
            <a:r>
              <a:rPr dirty="0" err="1"/>
              <a:t>тест-кейсы</a:t>
            </a:r>
            <a:endParaRPr dirty="0"/>
          </a:p>
          <a:p>
            <a:r>
              <a:rPr dirty="0"/>
              <a:t>3. </a:t>
            </a:r>
            <a:r>
              <a:rPr dirty="0" err="1"/>
              <a:t>Найти</a:t>
            </a:r>
            <a:r>
              <a:rPr dirty="0"/>
              <a:t> </a:t>
            </a:r>
            <a:r>
              <a:rPr dirty="0" err="1"/>
              <a:t>наивное</a:t>
            </a:r>
            <a:r>
              <a:rPr dirty="0"/>
              <a:t> </a:t>
            </a:r>
            <a:r>
              <a:rPr dirty="0" err="1"/>
              <a:t>решение</a:t>
            </a:r>
            <a:endParaRPr dirty="0"/>
          </a:p>
          <a:p>
            <a:r>
              <a:rPr dirty="0"/>
              <a:t>4. </a:t>
            </a:r>
            <a:r>
              <a:rPr dirty="0" err="1"/>
              <a:t>Оценить</a:t>
            </a:r>
            <a:r>
              <a:rPr dirty="0"/>
              <a:t> </a:t>
            </a:r>
            <a:r>
              <a:rPr dirty="0" err="1"/>
              <a:t>сложность</a:t>
            </a:r>
            <a:endParaRPr dirty="0"/>
          </a:p>
          <a:p>
            <a:r>
              <a:rPr dirty="0"/>
              <a:t>5. </a:t>
            </a:r>
            <a:r>
              <a:rPr dirty="0" err="1"/>
              <a:t>Оптимизировать</a:t>
            </a:r>
            <a:endParaRPr dirty="0"/>
          </a:p>
          <a:p>
            <a:r>
              <a:rPr dirty="0"/>
              <a:t>6. </a:t>
            </a:r>
            <a:r>
              <a:rPr dirty="0" err="1"/>
              <a:t>Согласовать</a:t>
            </a:r>
            <a:r>
              <a:rPr dirty="0"/>
              <a:t> </a:t>
            </a:r>
            <a:r>
              <a:rPr dirty="0" err="1"/>
              <a:t>решение</a:t>
            </a:r>
            <a:r>
              <a:rPr dirty="0"/>
              <a:t> и </a:t>
            </a:r>
            <a:r>
              <a:rPr dirty="0" err="1"/>
              <a:t>писать</a:t>
            </a:r>
            <a:r>
              <a:rPr dirty="0"/>
              <a:t> </a:t>
            </a:r>
            <a:r>
              <a:rPr dirty="0" err="1"/>
              <a:t>код</a:t>
            </a:r>
            <a:endParaRPr lang="ru-RU" dirty="0"/>
          </a:p>
          <a:p>
            <a:r>
              <a:rPr lang="ru-RU" dirty="0"/>
              <a:t>7. Проверить код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Шаг 1. Понимание условия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Пересказать</a:t>
            </a:r>
            <a:r>
              <a:rPr dirty="0"/>
              <a:t> </a:t>
            </a:r>
            <a:r>
              <a:rPr dirty="0" err="1"/>
              <a:t>задачу</a:t>
            </a:r>
            <a:r>
              <a:rPr dirty="0"/>
              <a:t> </a:t>
            </a:r>
            <a:r>
              <a:rPr dirty="0" err="1"/>
              <a:t>своими</a:t>
            </a:r>
            <a:r>
              <a:rPr dirty="0"/>
              <a:t> </a:t>
            </a:r>
            <a:r>
              <a:rPr dirty="0" err="1"/>
              <a:t>словами</a:t>
            </a:r>
            <a:endParaRPr dirty="0"/>
          </a:p>
          <a:p>
            <a:r>
              <a:rPr dirty="0" err="1"/>
              <a:t>Уточнить</a:t>
            </a:r>
            <a:r>
              <a:rPr dirty="0"/>
              <a:t> </a:t>
            </a:r>
            <a:r>
              <a:rPr dirty="0" err="1"/>
              <a:t>входные</a:t>
            </a:r>
            <a:r>
              <a:rPr dirty="0"/>
              <a:t> </a:t>
            </a:r>
            <a:r>
              <a:rPr dirty="0" err="1"/>
              <a:t>данные</a:t>
            </a:r>
            <a:r>
              <a:rPr dirty="0"/>
              <a:t> и </a:t>
            </a:r>
            <a:r>
              <a:rPr dirty="0" err="1"/>
              <a:t>ограничения</a:t>
            </a:r>
            <a:endParaRPr dirty="0"/>
          </a:p>
          <a:p>
            <a:r>
              <a:rPr dirty="0" err="1"/>
              <a:t>Понять</a:t>
            </a:r>
            <a:r>
              <a:rPr dirty="0"/>
              <a:t>, </a:t>
            </a:r>
            <a:r>
              <a:rPr dirty="0" err="1"/>
              <a:t>что</a:t>
            </a:r>
            <a:r>
              <a:rPr dirty="0"/>
              <a:t> </a:t>
            </a:r>
            <a:r>
              <a:rPr dirty="0" err="1"/>
              <a:t>именно</a:t>
            </a:r>
            <a:r>
              <a:rPr dirty="0"/>
              <a:t> </a:t>
            </a:r>
            <a:r>
              <a:rPr dirty="0" err="1"/>
              <a:t>нужно</a:t>
            </a:r>
            <a:r>
              <a:rPr dirty="0"/>
              <a:t> </a:t>
            </a:r>
            <a:r>
              <a:rPr dirty="0" err="1"/>
              <a:t>вернуть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Шаг 2. Тест-кейсы без кода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Минимальные</a:t>
            </a:r>
            <a:r>
              <a:rPr dirty="0"/>
              <a:t> </a:t>
            </a:r>
            <a:r>
              <a:rPr dirty="0" err="1"/>
              <a:t>случаи</a:t>
            </a:r>
            <a:endParaRPr dirty="0"/>
          </a:p>
          <a:p>
            <a:r>
              <a:rPr dirty="0" err="1"/>
              <a:t>Граничные</a:t>
            </a:r>
            <a:r>
              <a:rPr dirty="0"/>
              <a:t> </a:t>
            </a:r>
            <a:r>
              <a:rPr dirty="0" err="1"/>
              <a:t>случаи</a:t>
            </a:r>
            <a:endParaRPr dirty="0"/>
          </a:p>
          <a:p>
            <a:r>
              <a:rPr dirty="0" err="1"/>
              <a:t>Обычные</a:t>
            </a:r>
            <a:r>
              <a:rPr dirty="0"/>
              <a:t> </a:t>
            </a:r>
            <a:r>
              <a:rPr dirty="0" err="1"/>
              <a:t>примеры</a:t>
            </a:r>
            <a:endParaRPr dirty="0"/>
          </a:p>
          <a:p>
            <a:r>
              <a:rPr dirty="0" err="1"/>
              <a:t>Проверка</a:t>
            </a:r>
            <a:r>
              <a:rPr dirty="0"/>
              <a:t> </a:t>
            </a:r>
            <a:r>
              <a:rPr dirty="0" err="1"/>
              <a:t>понимания</a:t>
            </a:r>
            <a:r>
              <a:rPr dirty="0"/>
              <a:t> </a:t>
            </a:r>
            <a:r>
              <a:rPr dirty="0" err="1"/>
              <a:t>задачи</a:t>
            </a:r>
            <a:endParaRPr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Шаг 3. Наивное решение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Самое простое и понятное решение</a:t>
            </a:r>
          </a:p>
          <a:p>
            <a:r>
              <a:t>Часто медленное, но корректное</a:t>
            </a:r>
          </a:p>
          <a:p>
            <a:r>
              <a:t>Хорошая база для оптимизации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Шаг 4. Оценка сложности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Временная сложность (Big-O)</a:t>
            </a:r>
          </a:p>
          <a:p>
            <a:r>
              <a:t>Пространственная сложность</a:t>
            </a:r>
          </a:p>
          <a:p>
            <a:r>
              <a:t>Важно уметь объяснить, откуда она берётся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Шаги 5–6. Оптимизация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Уточнить, подходит ли наивное решение</a:t>
            </a:r>
          </a:p>
          <a:p>
            <a:r>
              <a:t>Подумать, что можно улучшить</a:t>
            </a:r>
          </a:p>
          <a:p>
            <a:r>
              <a:t>Проговаривать все идеи вслух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Шаг 7–8. Код и проверка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Писать</a:t>
            </a:r>
            <a:r>
              <a:rPr dirty="0"/>
              <a:t> </a:t>
            </a:r>
            <a:r>
              <a:rPr dirty="0" err="1"/>
              <a:t>код</a:t>
            </a:r>
            <a:r>
              <a:rPr dirty="0"/>
              <a:t> </a:t>
            </a:r>
            <a:r>
              <a:rPr dirty="0" err="1"/>
              <a:t>только</a:t>
            </a:r>
            <a:r>
              <a:rPr dirty="0"/>
              <a:t> </a:t>
            </a:r>
            <a:r>
              <a:rPr dirty="0" err="1"/>
              <a:t>после</a:t>
            </a:r>
            <a:r>
              <a:rPr dirty="0"/>
              <a:t> </a:t>
            </a:r>
            <a:r>
              <a:rPr dirty="0" err="1"/>
              <a:t>одобрения</a:t>
            </a:r>
            <a:r>
              <a:rPr dirty="0"/>
              <a:t> </a:t>
            </a:r>
            <a:r>
              <a:rPr dirty="0" err="1"/>
              <a:t>решения</a:t>
            </a:r>
            <a:endParaRPr dirty="0"/>
          </a:p>
          <a:p>
            <a:r>
              <a:rPr dirty="0" err="1"/>
              <a:t>Снова</a:t>
            </a:r>
            <a:r>
              <a:rPr dirty="0"/>
              <a:t> </a:t>
            </a:r>
            <a:r>
              <a:rPr dirty="0" err="1"/>
              <a:t>оценить</a:t>
            </a:r>
            <a:r>
              <a:rPr dirty="0"/>
              <a:t> </a:t>
            </a:r>
            <a:r>
              <a:rPr dirty="0" err="1"/>
              <a:t>сложность</a:t>
            </a:r>
            <a:endParaRPr dirty="0"/>
          </a:p>
          <a:p>
            <a:r>
              <a:rPr dirty="0" err="1"/>
              <a:t>Прогнать</a:t>
            </a:r>
            <a:r>
              <a:rPr dirty="0"/>
              <a:t> </a:t>
            </a:r>
            <a:r>
              <a:rPr dirty="0" err="1"/>
              <a:t>тест-кейсы</a:t>
            </a:r>
            <a:r>
              <a:rPr dirty="0"/>
              <a:t> </a:t>
            </a:r>
            <a:r>
              <a:rPr lang="ru-RU" dirty="0"/>
              <a:t>по коду </a:t>
            </a:r>
            <a:r>
              <a:rPr dirty="0"/>
              <a:t>в </a:t>
            </a:r>
            <a:r>
              <a:rPr dirty="0" err="1"/>
              <a:t>голове</a:t>
            </a:r>
            <a:endParaRPr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dirty="0" err="1"/>
              <a:t>Почему</a:t>
            </a:r>
            <a:r>
              <a:rPr dirty="0"/>
              <a:t> </a:t>
            </a:r>
            <a:r>
              <a:rPr dirty="0" err="1"/>
              <a:t>важно</a:t>
            </a:r>
            <a:r>
              <a:rPr dirty="0"/>
              <a:t> </a:t>
            </a:r>
            <a:r>
              <a:rPr dirty="0" err="1"/>
              <a:t>знать</a:t>
            </a:r>
            <a:r>
              <a:rPr dirty="0"/>
              <a:t> </a:t>
            </a:r>
            <a:r>
              <a:rPr dirty="0" err="1"/>
              <a:t>сложности</a:t>
            </a:r>
            <a:r>
              <a:rPr dirty="0"/>
              <a:t> в </a:t>
            </a:r>
            <a:r>
              <a:rPr lang="ru-RU" dirty="0"/>
              <a:t>языке программирования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err="1"/>
              <a:t>Методы</a:t>
            </a:r>
            <a:r>
              <a:rPr dirty="0"/>
              <a:t> и </a:t>
            </a:r>
            <a:r>
              <a:rPr dirty="0" err="1"/>
              <a:t>структуры</a:t>
            </a:r>
            <a:r>
              <a:rPr dirty="0"/>
              <a:t> </a:t>
            </a:r>
            <a:r>
              <a:rPr dirty="0" err="1"/>
              <a:t>данных</a:t>
            </a:r>
            <a:r>
              <a:rPr dirty="0"/>
              <a:t> </a:t>
            </a:r>
            <a:r>
              <a:rPr dirty="0" err="1"/>
              <a:t>имеют</a:t>
            </a:r>
            <a:r>
              <a:rPr dirty="0"/>
              <a:t> </a:t>
            </a:r>
            <a:r>
              <a:rPr dirty="0" err="1"/>
              <a:t>разную</a:t>
            </a:r>
            <a:r>
              <a:rPr dirty="0"/>
              <a:t> </a:t>
            </a:r>
            <a:r>
              <a:rPr dirty="0" err="1"/>
              <a:t>сложность</a:t>
            </a:r>
            <a:endParaRPr dirty="0"/>
          </a:p>
          <a:p>
            <a:r>
              <a:rPr dirty="0" err="1"/>
              <a:t>Ошибки</a:t>
            </a:r>
            <a:r>
              <a:rPr dirty="0"/>
              <a:t> в </a:t>
            </a:r>
            <a:r>
              <a:rPr dirty="0" err="1"/>
              <a:t>оценке</a:t>
            </a:r>
            <a:r>
              <a:rPr dirty="0"/>
              <a:t> </a:t>
            </a:r>
            <a:r>
              <a:rPr dirty="0" err="1"/>
              <a:t>могут</a:t>
            </a:r>
            <a:r>
              <a:rPr dirty="0"/>
              <a:t> </a:t>
            </a:r>
            <a:r>
              <a:rPr dirty="0" err="1"/>
              <a:t>стоить</a:t>
            </a:r>
            <a:r>
              <a:rPr dirty="0"/>
              <a:t> </a:t>
            </a:r>
            <a:r>
              <a:rPr dirty="0" err="1"/>
              <a:t>оффера</a:t>
            </a:r>
            <a:endParaRPr dirty="0"/>
          </a:p>
          <a:p>
            <a:r>
              <a:rPr dirty="0"/>
              <a:t>sorted vs </a:t>
            </a:r>
            <a:r>
              <a:rPr dirty="0" err="1"/>
              <a:t>list.sort</a:t>
            </a:r>
            <a:r>
              <a:rPr dirty="0"/>
              <a:t> — </a:t>
            </a:r>
            <a:r>
              <a:rPr dirty="0" err="1"/>
              <a:t>классический</a:t>
            </a:r>
            <a:r>
              <a:rPr dirty="0"/>
              <a:t> </a:t>
            </a:r>
            <a:r>
              <a:rPr dirty="0" err="1"/>
              <a:t>пример</a:t>
            </a:r>
            <a:endParaRPr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sorted() vs list.sort()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sorted(): O(n log n), </a:t>
            </a:r>
            <a:r>
              <a:rPr dirty="0" err="1"/>
              <a:t>создаёт</a:t>
            </a:r>
            <a:r>
              <a:rPr dirty="0"/>
              <a:t> </a:t>
            </a:r>
            <a:r>
              <a:rPr dirty="0" err="1"/>
              <a:t>новый</a:t>
            </a:r>
            <a:r>
              <a:rPr dirty="0"/>
              <a:t> </a:t>
            </a:r>
            <a:r>
              <a:rPr dirty="0" err="1"/>
              <a:t>список</a:t>
            </a:r>
            <a:endParaRPr dirty="0"/>
          </a:p>
          <a:p>
            <a:r>
              <a:rPr dirty="0" err="1"/>
              <a:t>list.sort</a:t>
            </a:r>
            <a:r>
              <a:rPr dirty="0"/>
              <a:t>(): O(n log n), </a:t>
            </a:r>
            <a:r>
              <a:rPr dirty="0" err="1"/>
              <a:t>сортировка</a:t>
            </a:r>
            <a:r>
              <a:rPr dirty="0"/>
              <a:t> in-place</a:t>
            </a:r>
          </a:p>
          <a:p>
            <a:r>
              <a:rPr dirty="0" err="1"/>
              <a:t>Незнание</a:t>
            </a:r>
            <a:r>
              <a:rPr dirty="0"/>
              <a:t> → </a:t>
            </a:r>
            <a:r>
              <a:rPr dirty="0" err="1"/>
              <a:t>ошибка</a:t>
            </a:r>
            <a:r>
              <a:rPr dirty="0"/>
              <a:t> в </a:t>
            </a:r>
            <a:r>
              <a:rPr dirty="0" err="1"/>
              <a:t>оценке</a:t>
            </a:r>
            <a:r>
              <a:rPr dirty="0"/>
              <a:t> </a:t>
            </a:r>
            <a:r>
              <a:rPr dirty="0" err="1"/>
              <a:t>памяти</a:t>
            </a: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Практика на занятии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1. </a:t>
            </a:r>
            <a:r>
              <a:rPr dirty="0">
                <a:hlinkClick r:id="rId2"/>
              </a:rPr>
              <a:t>Contains Duplicate </a:t>
            </a:r>
            <a:r>
              <a:rPr dirty="0"/>
              <a:t>— </a:t>
            </a:r>
            <a:r>
              <a:rPr dirty="0" err="1"/>
              <a:t>демонстрация</a:t>
            </a:r>
            <a:endParaRPr dirty="0"/>
          </a:p>
          <a:p>
            <a:r>
              <a:rPr dirty="0"/>
              <a:t>2. </a:t>
            </a:r>
            <a:r>
              <a:rPr dirty="0">
                <a:hlinkClick r:id="rId3"/>
              </a:rPr>
              <a:t>Running Sum </a:t>
            </a:r>
            <a:r>
              <a:rPr dirty="0"/>
              <a:t>— </a:t>
            </a:r>
            <a:r>
              <a:rPr dirty="0" err="1"/>
              <a:t>совместно</a:t>
            </a:r>
            <a:endParaRPr dirty="0"/>
          </a:p>
          <a:p>
            <a:r>
              <a:rPr dirty="0"/>
              <a:t>3. </a:t>
            </a:r>
            <a:r>
              <a:rPr dirty="0">
                <a:hlinkClick r:id="rId4"/>
              </a:rPr>
              <a:t>Concatenation of Array </a:t>
            </a:r>
            <a:r>
              <a:rPr dirty="0"/>
              <a:t>— </a:t>
            </a:r>
            <a:r>
              <a:rPr lang="ru-RU" dirty="0"/>
              <a:t>на решение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Домашнее задание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Осознать алгоритм решения задач на алгоритмических секциях</a:t>
            </a:r>
            <a:endParaRPr dirty="0"/>
          </a:p>
          <a:p>
            <a:r>
              <a:rPr lang="ru-RU" dirty="0"/>
              <a:t>Текстом описать решения. Постараться сделать так, чтобы понял даже ребенок</a:t>
            </a:r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https://replit.com/@ke1ry/Python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296</TotalTime>
  <Words>326</Words>
  <Application>Microsoft Office PowerPoint</Application>
  <PresentationFormat>On-screen Show (4:3)</PresentationFormat>
  <Paragraphs>61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Алгоритмы и структуры данных Занятие 2</vt:lpstr>
      <vt:lpstr>Цели занятия</vt:lpstr>
      <vt:lpstr>Как проходят алгоритмические собеседования</vt:lpstr>
      <vt:lpstr>Алгоритм решения задач (чек-лист)</vt:lpstr>
      <vt:lpstr>Шаг 1. Понимание условия</vt:lpstr>
      <vt:lpstr>Шаг 2. Тест-кейсы без кода</vt:lpstr>
      <vt:lpstr>Шаг 3. Наивное решение</vt:lpstr>
      <vt:lpstr>Шаг 4. Оценка сложности</vt:lpstr>
      <vt:lpstr>Шаги 5–6. Оптимизация</vt:lpstr>
      <vt:lpstr>Шаг 7–8. Код и проверка</vt:lpstr>
      <vt:lpstr>Почему важно знать сложности в языке программирования</vt:lpstr>
      <vt:lpstr>sorted() vs list.sort()</vt:lpstr>
      <vt:lpstr>Практика на занятии</vt:lpstr>
      <vt:lpstr>Домашнее задание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Денис Серажетдинов</cp:lastModifiedBy>
  <cp:revision>7</cp:revision>
  <dcterms:created xsi:type="dcterms:W3CDTF">2013-01-27T09:14:16Z</dcterms:created>
  <dcterms:modified xsi:type="dcterms:W3CDTF">2026-01-07T08:42:10Z</dcterms:modified>
  <cp:category/>
</cp:coreProperties>
</file>