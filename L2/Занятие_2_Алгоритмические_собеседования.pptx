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2094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27:39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1433 24575,'4'-2'0,"0"1"0,-1-2 0,1 1 0,-1 0 0,1-1 0,-1 0 0,0 0 0,0 1 0,0-2 0,-1 1 0,1 0 0,-1-1 0,1 1 0,-1-1 0,2-5 0,3-2 0,52-91 0,-32 50 0,11-20 0,35-97 0,-41 97 0,-19 43 0,0-1 0,9-35 0,14-40 0,-17 22 0,3 1 0,38-96 0,-42 131 0,13-53 0,-24 75 0,-6 19 0,1 1 0,-1-1 0,1 1 0,1 0 0,-1 0 0,1 0 0,0 0 0,0 0 0,0 0 0,0 1 0,1-1 0,7-5 0,-10 10 0,0 0 0,0 0 0,0 0 0,0 0 0,0 0 0,0 1 0,-1-1 0,1 0 0,0 1 0,0-1 0,0 1 0,0-1 0,0 1 0,-1-1 0,1 1 0,0-1 0,-1 1 0,1 0 0,0 0 0,-1-1 0,1 1 0,-1 0 0,1 0 0,-1 0 0,1-1 0,-1 1 0,1 0 0,-1 0 0,0 0 0,0 0 0,1 0 0,-1 0 0,0 0 0,0 1 0,8 35 0,-2 45 0,-7 119 0,-2-72 0,3 710 0,0-837 0,0 0 0,0 1 0,0-1 0,0 0 0,0 0 0,0 0 0,1 0 0,-1 0 0,1 0 0,0 1 0,0-1 0,-1 0 0,1-1 0,0 1 0,1 0 0,-1 0 0,0 0 0,0-1 0,1 1 0,-1 0 0,3 1 0,-2-2 0,0-1 0,0 1 0,-1-1 0,1 1 0,0-1 0,0 0 0,0 0 0,-1 0 0,1 0 0,0 0 0,0 0 0,0-1 0,0 1 0,-1 0 0,1-1 0,0 1 0,0-1 0,-1 0 0,1 0 0,-1 0 0,1 0 0,0 0 0,-1 0 0,0 0 0,3-2 0,15-15 0,0-1 0,-2-1 0,0 0 0,-1-1 0,-1-1 0,-1 0 0,-2-1 0,12-27 0,23-37 0,-27 49 0,-2-1 0,-2-1 0,19-71 0,-15 43 0,11-53 0,9-25 0,-12 44 0,-23 75 0,2 0 0,1 0 0,14-30 0,-10 30 0,15-54 0,5-16 0,7-16-1365,-35 103-5461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29:19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0 117 24575,'14'-2'0,"0"0"0,0 0 0,0-1 0,-1-1 0,0-1 0,1 1 0,13-9 0,-9 5 0,1 1 0,30-8 0,-14 6-455,0-1 0,39-17 0,-59 21-6371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30:25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39:40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54 24575,'0'-2'0,"0"-1"0,-1 1 0,1-1 0,-1 1 0,1 0 0,-1 0 0,0-1 0,0 1 0,0 0 0,0 0 0,0 0 0,0 0 0,0 0 0,-1 0 0,1 0 0,-1 0 0,0 1 0,1-1 0,-1 1 0,0-1 0,0 1 0,0-1 0,0 1 0,0 0 0,0 0 0,-1 0 0,1 0 0,0 1 0,0-1 0,-1 1 0,1-1 0,0 1 0,-1 0 0,1-1 0,0 1 0,-4 1 0,0-1 0,1 0 0,0 0 0,0 0 0,0 1 0,0 0 0,0 0 0,0 1 0,0-1 0,0 1 0,0 0 0,1 0 0,-1 1 0,1-1 0,-1 1 0,1 0 0,-4 4 0,-4 9 0,1 0 0,1 1 0,1 0 0,0 1 0,1 0 0,-10 33 0,15-36 0,0-1 0,1 1 0,0 0 0,1-1 0,1 1 0,2 16 0,-2-24 0,1 1 0,0-1 0,1 0 0,0 1 0,0-1 0,0 0 0,1 0 0,0 0 0,0-1 0,1 1 0,0-1 0,0 0 0,9 10 0,-4-7 0,-5-4 0,1 1 0,0-1 0,0 0 0,1-1 0,-1 1 0,1-1 0,0 0 0,0-1 0,0 1 0,1-1 0,-1-1 0,1 1 0,0-1 0,-1 0 0,1 0 0,8 0 0,27 6 0,-32-6 0,1 0 0,0 0 0,0-1 0,0 0 0,15-1 0,-23-1 0,1 1 0,-1-1 0,1 0 0,-1 0 0,1-1 0,-1 1 0,0-1 0,1 1 0,-1-1 0,0 0 0,0 0 0,0-1 0,0 1 0,-1-1 0,1 1 0,-1-1 0,1 0 0,-1 0 0,0 0 0,2-4 0,3-6 0,0 1 0,-1-1 0,-1 0 0,0 0 0,-1-1 0,-1 1 0,0-1 0,2-24 0,-4 30 0,-1 1 0,0-1 0,0 1 0,-1 0 0,0-1 0,-1 1 0,0 0 0,0-1 0,0 1 0,-1 0 0,0 1 0,0-1 0,-1 0 0,1 1 0,-2 0 0,1 0 0,-1 0 0,-5-5 0,-33-42 0,37 44 0,0 1 0,-1 0 0,1 0 0,-2 0 0,1 0 0,-1 1 0,0 1 0,-11-7 0,9 6-1365,1 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39:41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8 24575,'0'0'0,"0"-1"0,0 1 0,0 0 0,0 0 0,0-1 0,0 1 0,0 0 0,0 0 0,0-1 0,0 1 0,0 0 0,0 0 0,0-1 0,0 1 0,0 0 0,0 0 0,0-1 0,-1 1 0,1 0 0,0 0 0,0 0 0,0-1 0,0 1 0,-1 0 0,1 0 0,0 0 0,0 0 0,0-1 0,-1 1 0,1 0 0,0 0 0,0 0 0,-1 0 0,1 0 0,0 0 0,0 0 0,-1 0 0,1 0 0,0 0 0,-1 0 0,-12 5 0,-11 12 0,4 4 0,1 1 0,1 0 0,1 2 0,-21 38 0,24-39 0,1 0 0,1 2 0,1-1 0,1 2 0,1-1 0,2 1 0,0 0 0,-3 34 0,5-12 0,-7 116 0,12-136 0,1 0 0,1 0 0,1 0 0,1-1 0,12 38 0,-5-26 9,-8-26-353,1 0 1,0 0-1,8 16 1,-7-19-6483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39:42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1 291 24575,'6'-2'0,"0"0"0,0-1 0,1 1 0,-2-1 0,1 0 0,0-1 0,-1 1 0,1-1 0,-1 0 0,0-1 0,5-5 0,9-5 0,-17 13 0,16-10 0,-1-1 0,-1-1 0,0 0 0,-1-1 0,0-1 0,24-33 0,-28 30 0,-6 10 0,0 0 0,1 0 0,0 0 0,0 0 0,1 1 0,13-12 0,-20 20 0,0-1 0,1 1 0,-1 0 0,0 0 0,1-1 0,-1 1 0,0 0 0,1 0 0,-1 0 0,0 0 0,1-1 0,-1 1 0,1 0 0,-1 0 0,0 0 0,1 0 0,-1 0 0,1 0 0,-1 0 0,1 0 0,-1 0 0,0 0 0,1 0 0,-1 0 0,1 0 0,-1 1 0,0-1 0,1 0 0,-1 0 0,0 0 0,1 0 0,-1 1 0,1-1 0,-1 0 0,0 0 0,0 1 0,1-1 0,6 20 0,-5 29 0,-2-46 0,0 33 0,0 23 0,-2 0 0,-11 61 0,8-76 0,1 0 0,6 86 0,1-36 0,-3-77-1365,0-2-5461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39:43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24575,'3'1'0,"1"-1"0,0 1 0,-1 0 0,1 0 0,-1 1 0,0-1 0,1 1 0,-1-1 0,0 1 0,0 0 0,0 1 0,0-1 0,0 0 0,0 1 0,-1-1 0,1 1 0,3 5 0,40 63 0,-33-48 0,1 1 0,-2 0 0,-1 1 0,0 0 0,11 47 0,1 71 0,-10-53 0,-7-40 0,-3 0 0,-5 82 0,-1-32 0,1-79 0,0 0 0,-1-1 0,-11 35 0,0 3 0,-11 22 0,2-12 0,10-29-1365,9-28-5461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1:30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1:31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 24575,'-3'0'0,"-4"0"0,-4 0 0,0 3 0,2 4 0,2 1-8191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27:53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588 91 24575,'0'-3'0,"0"1"0,0 0 0,-1 0 0,1 0 0,0-1 0,-1 1 0,1 0 0,-1 0 0,0 0 0,0 0 0,0 0 0,0 0 0,0 0 0,0 0 0,0 0 0,-1 1 0,1-1 0,-1 0 0,1 1 0,-1-1 0,0 1 0,1 0 0,-1-1 0,0 1 0,0 0 0,0 0 0,0 0 0,0 0 0,0 1 0,0-1 0,0 0 0,0 1 0,-1 0 0,1-1 0,0 1 0,-4 0 0,-1 0 0,0 0 0,0 1 0,0 0 0,0 0 0,0 0 0,0 1 0,0 0 0,1 0 0,-1 1 0,-9 4 0,-24 19 0,0 1 0,2 2 0,1 1 0,-54 58 0,71-68 0,5-5 0,0 1 0,0 0 0,2 1 0,0 0 0,1 1 0,1 1 0,-14 29 0,-19 73 0,38-95 0,1 1 0,1 0 0,1 0 0,2 1 0,1-1 0,5 44 0,-2-58 0,0-1 0,0 1 0,1-1 0,1 0 0,0 0 0,1-1 0,8 14 0,3 7 0,-7-17 0,1 0 0,0 0 0,1-1 0,1-1 0,0 0 0,20 15 0,-6-4 0,-14-13 0,0-1 0,0 0 0,1 0 0,1-2 0,0 0 0,0 0 0,0-2 0,1 0 0,0 0 0,17 2 0,4-1 0,1-2 0,0-2 0,49-1 0,-62-2 0,0-1 0,0-2 0,0 0 0,31-9 0,-47 10 0,-1-1 0,1 0 0,-1 0 0,0-1 0,0 0 0,0-1 0,0 0 0,-1 0 0,0 0 0,0-1 0,0 0 0,-1-1 0,0 1 0,0-1 0,6-9 0,0-6 0,-1 0 0,-1-2 0,10-35 0,4-9 0,-18 54 0,-1-1 0,-1-1 0,0 1 0,0 0 0,-2-1 0,0 0 0,-1 0 0,-1-19 0,0-6 0,1 16 0,-2-1 0,-1 1 0,-8-42 0,2 29 0,2 13 0,0 0 0,-1 0 0,-1 0 0,-20-38 0,-9-20 0,31 66 0,-1 1 0,0 0 0,-1 0 0,-1 0 0,-16-21 0,15 27 0,1 0 0,-1 1 0,-1 1 0,0 0 0,0 0 0,-12-6 0,-77-35 0,84 42 0,7 3-170,1 1-1,-1 1 0,0 0 1,0 0-1,0 1 0,0 0 1,-13 1-1,7-1-6655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27:54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1026 16 24575,'-1'-1'0,"1"1"0,0-1 0,-1 0 0,1 0 0,0 0 0,-1 1 0,1-1 0,-1 0 0,1 0 0,-1 1 0,0-1 0,1 0 0,-1 1 0,0-1 0,1 1 0,-1-1 0,0 1 0,0-1 0,0 1 0,1 0 0,-1-1 0,0 1 0,0 0 0,0-1 0,0 1 0,0 0 0,0 0 0,0 0 0,1 0 0,-1 0 0,0 0 0,0 0 0,0 0 0,0 0 0,0 1 0,0-1 0,-1 1 0,-35 8 0,0 16 0,2 1 0,0 2 0,1 1 0,-37 43 0,45-45 0,5-4 0,2 0 0,1 2 0,-20 35 0,21-31 0,-2 0 0,-29 34 0,-44 54 0,64-80 0,2 2 0,-36 73 0,-27 90 0,87-198 0,-41 131 0,7-18 0,-45 170 0,50-157 0,23-91 0,1 0 0,0 53 0,1-19 0,-1-10 0,-8 151 0,14-128 0,3 73 0,14-87-1365,-15-58-5461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27:56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389 1 24575,'2'8'0,"0"0"0,0 0 0,1 0 0,0 0 0,1 0 0,-1 0 0,1-1 0,1 0 0,8 12 0,14 26 0,-14-12 0,-2 1 0,-1 0 0,-1 1 0,5 48 0,-9-49 0,0 2 0,2 62 0,-7 370 0,-2-434 0,-2-1 0,-1-1 0,-15 54 0,-2 10 0,-27 148 0,41-194 0,-9 51 0,-37 142 0,37-174 0,-65 206 0,-115 155 0,188-413-195,1 1 0,0 0 0,1 0 0,1 1 0,1 0 0,-4 30 0,7-34-6631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28:25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24575,'91'2'0,"101"-4"0,-120-14-1365,-59 15-5461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28:25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0 554 24575,'7'-1'0,"0"0"0,0 0 0,-1-1 0,1 0 0,0 0 0,-1 0 0,0-1 0,1 0 0,-1 0 0,0-1 0,-1 0 0,1 0 0,-1 0 0,7-6 0,11-12 0,36-45 0,-42 46 0,0-1 0,-1 0 0,-2-1 0,0-1 0,17-41 0,33-108 0,-60 162 0,-2 4 0,0 1 0,0-1 0,0 1 0,1 0 0,0 0 0,5-8 0,-8 13 0,1 1 0,-1-1 0,0 1 0,1 0 0,-1-1 0,0 1 0,1 0 0,-1 0 0,0-1 0,1 1 0,-1 0 0,1 0 0,-1-1 0,0 1 0,1 0 0,-1 0 0,1 0 0,-1 0 0,1 0 0,-1-1 0,1 1 0,-1 0 0,1 0 0,-1 0 0,0 0 0,1 0 0,-1 1 0,1-1 0,-1 0 0,1 0 0,0 0 0,1 2 0,-1-1 0,1 1 0,-1-1 0,0 1 0,1-1 0,-1 1 0,0 0 0,0 0 0,0-1 0,0 1 0,0 0 0,0 3 0,7 19 0,-2 0 0,0 1 0,3 39 0,3 12 0,-6-34 0,-2 1 0,-2 0 0,-5 66 0,1-12 0,2-9-1365,0-73-5461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28:26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 24575,'18'213'0,"-20"-133"0,4 104 0,-2-182 0,0 0 0,0-1 0,1 1 0,-1 0 0,0-1 0,1 1 0,-1 0 0,1-1 0,0 1 0,0-1 0,-1 1 0,1-1 0,0 0 0,0 1 0,0-1 0,1 0 0,-1 1 0,0-1 0,0 0 0,1 0 0,-1 0 0,1 0 0,2 1 0,-1-1 0,1 0 0,0 0 0,-1 0 0,1 0 0,0-1 0,0 0 0,-1 0 0,1 0 0,0 0 0,5-1 0,4-2 0,0 0 0,-1 0 0,1-2 0,-1 1 0,15-9 0,-6 1 0,-2-2 0,0 0 0,0 0 0,-1-2 0,-1 0 0,0-2 0,-2 1 0,0-2 0,-1 0 0,0-1 0,-2 0 0,-1-1 0,0 0 0,-1-1 0,-2 0 0,0 0 0,6-33 0,22-78 0,-38 157 0,1 0 0,3 36 0,0 0 0,-4 59 0,5 135 0,-3-251-52,0-1-1,0 0 1,1 0-1,-1 1 1,1-1-1,-1 0 1,1 0-1,0 1 1,0-1-1,0 0 1,0 0-1,0 0 1,1 0-1,-1 0 1,1-1-1,-1 1 1,1 0-1,0-1 1,-1 1-1,1-1 1,0 1-1,0-1 0,0 0 1,0 0-1,3 1 1,8 2-6774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28:26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24575,'4'6'0,"-1"0"0,0 0 0,0 1 0,-1-1 0,0 1 0,0 0 0,0-1 0,-1 1 0,0 0 0,0 11 0,5 20 0,2 4 0,-1 1 0,-2-1 0,-2 2 0,-3 47 0,0 109-1365,0-185-5461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28:27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24575,'0'-3'0,"3"-2"0,4 2 0,4-1 0,3 2 0,2 1 0,1 0 0,1 1 0,1 0 0,-1 0 0,0 0 0,1 0 0,-5-3 0,0 0 0,0-1 0,1 1 0,-3 1-8191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28:27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24575,'1'30'0,"2"-1"0,1 1 0,13 47 0,-15-67 0,4 23 0,3 45 0,-2-10 0,-4-36-363,-2 47 0,-1-68-276,0 4-6187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28:28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28:29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339 59 24575,'-1'-3'0,"1"0"0,0 0 0,-1 1 0,0-1 0,0 1 0,0-1 0,0 1 0,0-1 0,0 1 0,-1-1 0,1 1 0,-1 0 0,1 0 0,-1 0 0,0 0 0,0 0 0,0 0 0,0 0 0,0 0 0,-1 1 0,1-1 0,0 1 0,-1 0 0,1 0 0,-1 0 0,1 0 0,-1 0 0,0 0 0,1 1 0,-1-1 0,0 1 0,1 0 0,-1 0 0,0 0 0,-3 0 0,1 0 0,-1 0 0,0 0 0,1 0 0,-1 1 0,1-1 0,-1 1 0,1 1 0,0-1 0,-1 1 0,1 0 0,0 0 0,0 1 0,0-1 0,0 1 0,1 0 0,-9 7 0,-5 12 0,0 1 0,2 1 0,0 1 0,2 0 0,1 1 0,1 0 0,1 1 0,1 0 0,-12 57 0,15-52 0,3-17 0,1-1 0,0 1 0,-1 28 0,4-40 0,0 1 0,1-1 0,-1 0 0,1 1 0,-1-1 0,1 0 0,0 0 0,0 0 0,0 0 0,0 0 0,1 0 0,0 0 0,-1 0 0,1 0 0,0-1 0,0 1 0,0-1 0,1 1 0,-1-1 0,0 0 0,1 0 0,5 3 0,3 2-114,0-1 1,1-1-1,0 0 0,0-1 0,0 0 1,0-1-1,1 0 0,-1-1 0,1 0 1,0-1-1,14-1 0,-12 0-6712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28:29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1 747 24575,'0'0'0,"0"0"0,0 1 0,0-1 0,0 0 0,0 1 0,0-1 0,0 0 0,0 0 0,0 1 0,0-1 0,0 0 0,0 0 0,0 1 0,0-1 0,0 0 0,1 0 0,-1 0 0,0 1 0,0-1 0,0 0 0,0 0 0,0 0 0,1 1 0,-1-1 0,0 0 0,0 0 0,1 0 0,-1 0 0,0 1 0,0-1 0,0 0 0,1 0 0,-1 0 0,0 0 0,0 0 0,1 0 0,-1 0 0,0 0 0,1 0 0,-1 0 0,0 0 0,1 0 0,15-6 0,11-13 0,-8-3 0,-1-1 0,-1-1 0,0 0 0,-2-1 0,13-30 0,-23 45 0,10-17 0,99-201 0,-69 136 0,21-47 0,-64 133 0,0 1 0,0 0 0,1-1 0,-1 1 0,1 0 0,0 0 0,1 1 0,-1-1 0,1 1 0,6-6 0,-10 10 0,1 1 0,0-1 0,-1 0 0,1 1 0,0-1 0,-1 1 0,1-1 0,-1 1 0,1-1 0,-1 1 0,1-1 0,-1 1 0,1 0 0,-1-1 0,1 1 0,-1 0 0,0-1 0,1 1 0,-1 0 0,0-1 0,0 1 0,0 0 0,1 0 0,-1-1 0,0 1 0,0 0 0,0 0 0,0 0 0,0-1 0,-1 2 0,3 31 0,-2-31 0,17 356 0,-17-130-1365,0-212-5461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28:30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146 140 24575,'12'-45'0,"-9"39"0,-1 0 0,0 0 0,0-1 0,-1 1 0,1 0 0,-2-1 0,2-8 0,-3 13 0,1 0 0,-1 1 0,1-1 0,-1 0 0,1 1 0,-1-1 0,0 0 0,0 1 0,0-1 0,0 1 0,0-1 0,0 1 0,-1 0 0,1-1 0,0 1 0,-1 0 0,1 0 0,0 0 0,-1 0 0,0 0 0,1 0 0,-1 0 0,1 1 0,-1-1 0,0 0 0,0 1 0,1 0 0,-1-1 0,0 1 0,0 0 0,-3 0 0,2 0 0,0 0 0,0 0 0,0 1 0,0-1 0,0 1 0,0-1 0,0 1 0,0 0 0,1 0 0,-1 1 0,0-1 0,1 0 0,-1 1 0,1 0 0,-1 0 0,1 0 0,0 0 0,-1 0 0,1 0 0,0 0 0,1 1 0,-1-1 0,0 0 0,1 1 0,-3 4 0,-5 9 0,1 1 0,-11 34 0,14-38 0,-1 11 0,1 1 0,1-1 0,1 1 0,1 0 0,1 0 0,4 42 0,-1 1 0,-2-62 0,1 0 0,0-1 0,0 1 0,0 0 0,1-1 0,0 1 0,0-1 0,0 0 0,1 1 0,0-1 0,0 0 0,0-1 0,0 1 0,1 0 0,0-1 0,0 0 0,0 0 0,0 0 0,1 0 0,-1-1 0,1 0 0,0 0 0,0 0 0,0 0 0,1-1 0,-1 0 0,0 0 0,1 0 0,0-1 0,-1 0 0,1 0 0,0 0 0,0-1 0,-1 0 0,1 0 0,0 0 0,0-1 0,-1 1 0,1-2 0,9-2 0,-11 3 0,-1-1 0,0 0 0,1 0 0,-1 0 0,0 0 0,0 0 0,0-1 0,0 0 0,-1 1 0,1-1 0,-1 0 0,1 0 0,-1 0 0,0-1 0,0 1 0,-1 0 0,1-1 0,-1 1 0,1-1 0,-1 0 0,0 1 0,-1-1 0,2-7 0,0-10 0,-1 0 0,-1 0 0,-2-27 0,-1 7 0,6-17-34,-2 40-188,0-1 0,-1 0 0,0 0 1,-2 0-1,-4-19 0,2 27-6604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28:45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24575,'19'1'0,"1"1"0,-1 1 0,31 9 0,-30-7 0,0-1 0,0 0 0,25 1 0,-40-6 0,0 2 0,-1-1 0,1 0 0,0 1 0,0 0 0,0 0 0,0 0 0,-1 1 0,1-1 0,-1 1 0,1 0 0,-1 1 0,0-1 0,1 1 0,-1 0 0,-1 0 0,1 0 0,0 0 0,-1 1 0,4 4 0,-3-2 0,0 2 0,0-1 0,-1 0 0,0 1 0,-1-1 0,0 1 0,0 0 0,0 0 0,-1 0 0,0 0 0,-1 13 0,2 27 0,0 3 0,-2 0 0,-8 64 0,6-100 0,-2-1 0,1-1 0,-2 1 0,-9 19 0,12-27 0,-1-1 0,0 1 0,0-1 0,0 0 0,-1 0 0,1-1 0,-1 1 0,-1-1 0,1 0 0,0 0 0,-1 0 0,0 0 0,-7 3 0,12-7 0,-1 1 0,1-1 0,-1 1 0,0-1 0,1 0 0,-1 1 0,0-1 0,1 0 0,-1 1 0,0-1 0,1 0 0,-1 0 0,0 0 0,1 0 0,-1 0 0,0 0 0,0 0 0,1 0 0,-1 0 0,0 0 0,1 0 0,-1 0 0,0 0 0,1-1 0,-1 1 0,0 0 0,1-1 0,-1 1 0,0 0 0,0-1 0,2-20 0,22-25 0,65-63 0,-30 40 0,152-175 0,-176 206 0,-25 29 0,-1 0 0,1 1 0,1 0 0,-1 0 0,1 0 0,1 2 0,18-10 0,-29 15 0,1 1 0,0 0 0,-1-1 0,1 1 0,0 0 0,-1 0 0,1 0 0,0 0 0,0 0 0,-1 0 0,1 0 0,0 0 0,-1 0 0,1 0 0,0 0 0,0 0 0,-1 1 0,1-1 0,0 0 0,-1 0 0,1 1 0,-1-1 0,1 0 0,0 1 0,-1-1 0,1 1 0,-1-1 0,1 1 0,-1-1 0,2 2 0,3 23 0,-13 28 0,-4-16 0,-1-1 0,-26 49 0,1-4 0,19-38 0,-1-1 0,-2 0 0,-2-2 0,-35 45 0,43-67 0,15-17 0,10-12 0,282-367 0,-288 375 0,4-7 0,0 1 0,1 0 0,0 0 0,1 1 0,0 0 0,0 1 0,17-12 0,-26 19 0,1 0 0,-1 0 0,1-1 0,-1 1 0,1 0 0,-1 0 0,1-1 0,-1 1 0,1 0 0,-1 0 0,1 0 0,0 0 0,-1 0 0,1 0 0,-1 0 0,1 0 0,-1 0 0,1 0 0,-1 0 0,1 0 0,-1 1 0,1-1 0,-1 0 0,1 0 0,-1 0 0,1 1 0,-1-1 0,1 0 0,-1 1 0,1-1 0,-1 0 0,0 1 0,1-1 0,-1 0 0,0 1 0,1-1 0,0 2 0,-2 24 0,-18 25 0,-30 27 0,27-45 0,1 1 0,2 1 0,-20 51 0,32-70 0,1 1 0,0 0 0,2 1 0,0-1 0,1 1 0,0 0 0,2 0 0,0 0 0,2 18 0,-1-34 4,1 1 0,-1-1-1,1 0 1,0 0-1,0 0 1,0 0 0,0 0-1,0 0 1,1-1 0,-1 1-1,1 0 1,-1-1-1,1 1 1,-1-1 0,1 1-1,0-1 1,0 0 0,-1 1-1,1-1 1,0 0-1,0 0 1,0-1 0,1 1-1,-1 0 1,0-1 0,0 1-1,0-1 1,0 0-1,1 1 1,-1-1 0,0 0-1,3-1 1,5 1-216,-1 0 0,1-1 0,0 0-1,0 0 1,-1-1 0,11-4 0,-8 2-6614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28:46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1 24575,'0'25'0,"-2"1"0,-1-1 0,0 0 0,-2 0 0,-16 48 0,-43 111 0,-50 165 0,99-308 55,11-32-410,0 2 0,0-1 0,-3 19 0,5-16-6471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28:46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24575,'778'0'0,"-774"0"-105,0 1 0,0-2 0,0 1 0,0 0 0,0-1 0,-1 0 0,1 0 0,0 0 0,0 0 0,0-1 0,-1 0 0,6-2 0,-1-3-6721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28:46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0 24575,'-10'111'0,"1"-37"0,-26 139 0,16-114 0,-43 138 0,3-17 0,41-132-1365,17-73-5461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28:47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38:49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3047 1 24575,'-3'2'0,"-1"-1"0,0 2 0,1-1 0,-1 0 0,1 0 0,0 1 0,0 0 0,0 0 0,0 0 0,0 0 0,1 0 0,-1 0 0,1 1 0,-3 5 0,-6 6 0,-37 43 0,2 1 0,-52 92 0,10-15 0,9-17 0,-125 199 0,102-161 0,41-63 0,-24 41 0,19-12 0,-89 178 0,-29 66 0,-6 14 0,114-223 0,-79 164 0,32-79 0,-20 45 0,-24 52 0,91-189 0,16-37 0,-35 61 0,20-39 0,-79 163 0,14-15 0,-90 161 0,166-308 0,45-86-1365,15-41-5461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38:51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330 68 24575,'-2'14'0,"-1"0"0,0-1 0,-1 1 0,0-1 0,-1 1 0,-1-1 0,0 0 0,-15 23 0,3-2 0,-19 32 0,-20 43 0,-96 223 0,143-313 0,9-30 0,13-35 0,8 2 0,2 1 0,51-76 0,72-70 0,-107 144 0,2 1 0,57-47 0,-71 70 0,0 1 0,1 1 0,1 2 0,0 0 0,51-19 0,-77 34 0,1 1 0,0 0 0,-1 0 0,1 0 0,0 0 0,0 0 0,-1 1 0,1-1 0,0 1 0,0 0 0,0 0 0,0 0 0,0 0 0,0 0 0,0 1 0,-1 0 0,1-1 0,0 1 0,4 2 0,-5-1 0,0 0 0,0 1 0,0-1 0,-1 0 0,1 1 0,-1-1 0,1 1 0,-1 0 0,0-1 0,0 1 0,-1 0 0,1 0 0,0-1 0,-1 1 0,0 0 0,0 0 0,1 0 0,-2 0 0,1 5 0,-2 25 0,-1-1 0,-1 1 0,-16 59 0,-43 90 0,62-179 0,-10 24 0,2 1 0,0 1 0,2-1 0,1 1 0,1 1 0,2-1 0,0 35 0,3-63-4,0 1-1,0-1 1,0 0-1,0 0 1,0 0-1,1 0 1,-1 0 0,0 1-1,1-1 1,-1 0-1,1 0 1,-1 0-1,1 0 1,-1 0-1,1 0 1,0 0-1,1 1 1,-2-2 12,1 0 0,-1 0 1,1 0-1,-1 1 1,1-1-1,-1 0 0,1 0 1,0 0-1,-1 0 0,1 0 1,-1 0-1,1 0 0,0 0 1,-1 0-1,1 0 0,-1 0 1,1 0-1,-1-1 0,1 1 1,-1 0-1,1 0 0,0-1 1,0 1-1,29-28-1493,-21 17-5341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38:51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461 16 24575,'0'-1'0,"-1"0"0,1 0 0,-1 0 0,1 0 0,-1 0 0,0 0 0,1 1 0,-1-1 0,0 0 0,1 0 0,-1 1 0,0-1 0,0 0 0,0 1 0,0-1 0,0 1 0,0-1 0,1 1 0,-1-1 0,0 1 0,0 0 0,-1 0 0,1-1 0,0 1 0,0 0 0,0 0 0,0 0 0,0 0 0,0 0 0,0 0 0,0 0 0,-2 1 0,-35 4 0,29-2 0,0 0 0,0 1 0,1 0 0,-1 0 0,1 1 0,0 1 0,1-1 0,-8 8 0,-55 57 0,39-36 0,-82 97 0,98-112 0,1 2 0,0-1 0,-14 32 0,24-42 0,0 0 0,0 0 0,1 0 0,0 1 0,1-1 0,0 1 0,0-1 0,1 1 0,1 0 0,1 13 0,-1-23 0,0 1 0,0 0 0,1-1 0,-1 1 0,1-1 0,0 1 0,-1 0 0,1-1 0,0 1 0,0-1 0,0 0 0,0 1 0,0-1 0,0 0 0,0 1 0,0-1 0,1 0 0,-1 0 0,1 0 0,-1 0 0,0 0 0,3 0 0,1 1 0,0 0 0,1 0 0,-1-1 0,0 0 0,0 0 0,1 0 0,7-1 0,2 0 0,1-1 0,0-1 0,0 0 0,19-6 0,-13 1 0,-1 0 0,1-2 0,-1 0 0,0-2 0,-1 0 0,-1-1 0,0-1 0,0-1 0,-1-1 0,-1 0 0,0-1 0,-2-1 0,1 0 0,21-34 0,-17 20 0,-2 0 0,0 0 0,-2-2 0,-2 0 0,-1-1 0,12-48 0,-30 101 0,2-2 0,-2 0 0,-10 28 0,-23 49 0,-44 168 0,82-261 0,-8 35-1365,6-21-5461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38:52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1 475 24575,'0'1'0,"0"-1"0,0 1 0,1 0 0,-1-1 0,0 1 0,1 0 0,-1-1 0,0 1 0,1 0 0,-1-1 0,1 1 0,-1-1 0,1 1 0,-1-1 0,1 1 0,0-1 0,-1 1 0,1-1 0,-1 0 0,1 1 0,0-1 0,-1 0 0,1 0 0,0 1 0,0-1 0,-1 0 0,1 0 0,0 0 0,-1 0 0,1 0 0,0 0 0,0 0 0,-1 0 0,1 0 0,0 0 0,0 0 0,-1-1 0,1 1 0,0 0 0,-1 0 0,1-1 0,0 1 0,-1 0 0,1-1 0,0 0 0,33-14 0,-11 0 0,-1 0 0,-1-1 0,0-2 0,-1 0 0,-1-1 0,27-35 0,53-67 0,-85 98 0,-1 0 0,15-35 0,14-27 0,-42 85 0,0 0 0,0 0 0,0 0 0,0-1 0,0 1 0,1 0 0,-1 0 0,0 0 0,0 0 0,0 0 0,0-1 0,0 1 0,0 0 0,0 0 0,0 0 0,0 0 0,0 0 0,0 0 0,1-1 0,-1 1 0,0 0 0,0 0 0,0 0 0,0 0 0,0 0 0,0 0 0,1 0 0,-1 0 0,0 0 0,0 0 0,0 0 0,0 0 0,0 0 0,1 0 0,-1 0 0,0 0 0,0 0 0,0 0 0,0 0 0,0 0 0,1 0 0,-1 0 0,0 0 0,0 0 0,0 0 0,0 0 0,0 0 0,1 0 0,-1 0 0,0 0 0,0 0 0,0 0 0,0 0 0,0 1 0,0-1 0,1 0 0,-1 0 0,0 0 0,0 0 0,0 0 0,0 0 0,0 1 0,0-1 0,0 0 0,0 0 0,0 0 0,0 0 0,0 1 0,3 18 0,-4 23 0,-64 191 0,40-154 0,21-66 0,1-1 0,0 1 0,1 0 0,-2 18 0,4-30 0,0 1 0,0 0 0,-1 0 0,1 0 0,0-1 0,1 1 0,-1 0 0,0 0 0,0-1 0,1 1 0,-1 0 0,1 0 0,0-1 0,-1 1 0,1-1 0,0 1 0,0 0 0,0-1 0,0 0 0,0 1 0,0-1 0,0 0 0,1 1 0,-1-1 0,0 0 0,1 0 0,-1 0 0,1 0 0,-1 0 0,1 0 0,0-1 0,-1 1 0,1 0 0,0-1 0,-1 1 0,1-1 0,0 0 0,0 0 0,-1 0 0,1 1 0,2-2 0,7 0 0,0-1 0,-1-1 0,1 0 0,-1-1 0,1 0 0,-1 0 0,-1-1 0,1 0 0,-1-1 0,1 0 0,-2-1 0,1 1 0,-1-2 0,10-9 0,13-17 0,53-72 0,-84 105 0,12-17 0,-1-1 0,-1 0 0,-1-1 0,6-20 0,-6 17 0,1 0 0,15-27 0,-25 50 0,0 0 0,0-1 0,0 1 0,0 0 0,0 0 0,0 0 0,0 0 0,0 0 0,1-1 0,-1 1 0,0 0 0,0 0 0,0 0 0,0 0 0,0 0 0,0-1 0,0 1 0,0 0 0,0 0 0,1 0 0,-1 0 0,0 0 0,0 0 0,0 0 0,0 0 0,0 0 0,0 0 0,1-1 0,-1 1 0,0 0 0,0 0 0,0 0 0,0 0 0,0 0 0,1 0 0,-1 0 0,0 0 0,0 0 0,0 0 0,0 0 0,1 0 0,-1 0 0,0 0 0,0 1 0,0-1 0,0 0 0,0 0 0,0 0 0,1 0 0,-1 0 0,0 0 0,0 0 0,0 0 0,0 0 0,0 0 0,0 1 0,0-1 0,1 0 0,-1 0 0,0 0 0,0 0 0,0 0 0,0 0 0,0 1 0,0-1 0,0 0 0,0 0 0,0 0 0,3 20 0,-4 23 0,-6-14-32,-2-1 0,-19 44 0,11-31-1237,13-29-5557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38:53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0 563 24575,'1'8'0,"1"1"0,-1 0 0,2-1 0,-1 0 0,8 15 0,3 16 0,-2 0 0,1-1 0,32 70 0,-42-105 0,0 0 0,0-1 0,1 1 0,-1-1 0,0 1 0,1-1 0,0 0 0,-1 0 0,1 0 0,0-1 0,0 1 0,0-1 0,0 1 0,1-1 0,-1 0 0,0 0 0,0 0 0,1-1 0,-1 1 0,1-1 0,-1 0 0,0 0 0,1 0 0,-1 0 0,0-1 0,1 1 0,4-2 0,4-1 0,1 1 0,-1-2 0,0 0 0,0 0 0,0-1 0,11-7 0,-8 3 0,-1-2 0,0 1 0,0-2 0,-2 1 0,1-2 0,-1 0 0,-1 0 0,-1-1 0,0 0 0,0-1 0,-2 0 0,13-30 0,-11 20 0,-1-1 0,-1-1 0,-2 1 0,-1-1 0,0 0 0,-2 0 0,-1-40 0,-2 13 0,1 31 0,-1 0 0,0 0 0,-2 1 0,-1-1 0,0 1 0,-2 0 0,-1-1 0,-11-29 0,6 27 0,8 15 0,-1 0 0,0 1 0,-1-1 0,0 1 0,-1 0 0,-7-9 0,11 16 0,1 1 0,-1-1 0,1 1 0,-1 0 0,0 0 0,0 0 0,1 0 0,-1 0 0,0 0 0,0 0 0,0 0 0,0 1 0,0-1 0,0 1 0,0 0 0,-1 0 0,1-1 0,0 1 0,0 0 0,0 1 0,0-1 0,0 0 0,0 1 0,0-1 0,0 1 0,0-1 0,0 1 0,0 0 0,0 0 0,0 0 0,0 0 0,1 0 0,-1 1 0,0-1 0,1 0 0,-3 3 0,-3 3 0,0 0 0,0 1 0,1-1 0,0 1 0,0 1 0,1-1 0,0 1 0,0 0 0,1 0 0,0 0 0,-3 14 0,1-2 0,1-1 0,1 1 0,1-1 0,-1 32 0,4-50 0,0 0 0,0 1 0,0-1 0,1 0 0,-1 0 0,1 1 0,-1-1 0,1 0 0,0 0 0,0 0 0,0 0 0,0 0 0,0 0 0,0 0 0,0 0 0,1 0 0,-1 0 0,1 0 0,-1-1 0,1 1 0,0-1 0,0 1 0,-1-1 0,1 0 0,0 0 0,0 0 0,0 0 0,0 0 0,1 0 0,-1 0 0,0-1 0,0 1 0,5 0 0,7 0 0,0 0 0,1 0 0,-1-2 0,22-2 0,-11 0 0,-4 2 0,1-2 0,-1 0 0,1-2 0,-1 0 0,-1-1 0,1-2 0,-1 0 0,0-1 0,-1 0 0,0-2 0,-1 0 0,0-2 0,-1 0 0,0 0 0,22-24 0,-39 36 0,0 1 0,0-1 0,1 1 0,-1-1 0,0 1 0,1 0 0,-1-1 0,0 1 0,1-1 0,-1 1 0,0 0 0,1-1 0,-1 1 0,1 0 0,-1 0 0,1-1 0,-1 1 0,1 0 0,-1 0 0,1 0 0,-1-1 0,1 1 0,-1 0 0,1 0 0,-1 0 0,1 0 0,-1 0 0,1 0 0,-1 0 0,1 0 0,-1 0 0,1 0 0,-1 0 0,1 1 0,-1-1 0,1 0 0,-1 0 0,1 0 0,-1 1 0,1-1 0,-1 0 0,0 1 0,2 0 0,6 28 0,-7 40 0,-6-38 0,-1 0 0,-1-1 0,-2 0 0,-1 0 0,-24 47 0,19-45 0,2 1 0,1 0 0,1 0 0,-6 39 0,12-47-240,-1 0-1,-11 27 1,14-41-404,-1 1-6182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38:53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0 24575,'-1'32'0,"-1"-1"0,-2 0 0,-2 0 0,-9 32 0,-45 120 0,34-111 0,6-17 0,-20 64 0,30-90-1365,6-18-5461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38:53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 24575,'690'0'0,"-585"-17"-1365,-91 16-5461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38:54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338 1 24575,'0'0'0,"1"1"0,-1-1 0,1 0 0,0 1 0,-1-1 0,0 1 0,1-1 0,-1 1 0,1-1 0,-1 1 0,1-1 0,-1 1 0,0-1 0,1 1 0,-1-1 0,0 1 0,0 0 0,1-1 0,-1 1 0,0 0 0,0-1 0,0 1 0,0 0 0,0-1 0,0 1 0,0 0 0,0-1 0,0 1 0,0 0 0,0-1 0,0 1 0,-1-1 0,1 1 0,0 0 0,0-1 0,-1 1 0,1-1 0,0 1 0,-1 0 0,-10 28 0,-64 113 0,5-16 0,25-47 0,-66 159 0,103-213 0,-10 45 0,17-60 0,-1 0 0,1-1 0,0 1 0,1 0 0,0 0 0,1 0 0,3 18 0,-3-24 0,0-1 0,1 0 0,-1 0 0,0 0 0,1-1 0,0 1 0,0 0 0,0 0 0,0-1 0,0 1 0,0-1 0,1 0 0,-1 0 0,1 0 0,0 0 0,-1 0 0,1 0 0,4 1 0,-2-1 0,1 0 0,0 0 0,0-1 0,0 0 0,0 0 0,0 0 0,1-1 0,-1 0 0,8-1 0,-2 0 0,-1 0 0,1-2 0,-1 1 0,0-1 0,0-1 0,0 0 0,0-1 0,-1 0 0,0 0 0,11-8 0,24-21 0,-24 20 0,0-2 0,-2 0 0,22-24 0,-36 34 0,1 0 0,-1-1 0,-1 0 0,1 0 0,-1-1 0,-1 1 0,1-1 0,-1 0 0,-1 0 0,1 0 0,-1 0 0,-1 0 0,2-17 0,-2 10 24,-1 1 0,0-1 0,-1 1 0,-5-27 0,5 38-77,0 0 0,0 0 0,0 0 0,0 0 0,0 0 0,-1 0 0,1 0 0,-1 0 0,0 0 0,1 1 0,-1-1 0,-1 1-1,1-1 1,0 1 0,-1 0 0,1 0 0,-1 0 0,1 0 0,-1 0 0,0 1 0,0-1 0,0 1 0,0 0 0,0 0 0,0 0 0,0 0 0,-5 0 0,-6-1-6773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2:29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1518 24575,'0'-3'0,"1"0"0,0-1 0,-1 1 0,1 0 0,1-1 0,-1 1 0,0 0 0,1 0 0,0 0 0,0 0 0,0 0 0,0 1 0,0-1 0,5-4 0,43-36 0,-29 27 0,221-221 0,-92 84 0,221-217 0,-261 241 0,-84 96 0,-2-1 0,27-49 0,-20 26 0,-12 21 0,1 0 0,2 1 0,27-32 0,-36 51 0,-10 12 0,-1 0 0,1 0 0,0 1 0,0-1 0,1 1 0,-1 0 0,0 0 0,1 0 0,0 0 0,0 1 0,0-1 0,0 1 0,0 0 0,0 0 0,1 1 0,-1-1 0,1 1 0,-1 0 0,7-1 0,52-6 0,-30 4 0,47-1 0,1246 6 0,-700-2 0,-539-9 0,-27 1 0,99-8 0,-99 9 0,-34 4 0,46-2 0,1177 8 0,-664-3 0,-407 20 0,16-2 0,-185-17 0,68-1 0,120 15 0,-24 4 0,-15-1 0,-114-11 0,11 2 0,78 0 0,26 10 0,-129-16 0,0 1 0,40 10 0,-41-7 0,0-1 0,48 2 0,11-3 0,107 18 0,-110-10 0,121 3 0,201-3 0,-41-5 0,-204-10 0,-73 3 0,277 11 0,118-1 0,-286-13 0,1089 3-1365,-1272 0-5461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29:02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721 2 24575,'-91'-1'0,"-101"3"0,171 2 0,-1 0 0,1 2 0,0 1 0,0 0 0,1 2 0,0 0 0,1 1 0,0 1 0,-22 17 0,18-10 0,0 2 0,2 1 0,-26 31 0,36-39 0,2 1 0,-1 0 0,2 1 0,0 0 0,1 0 0,0 0 0,2 1 0,-1 0 0,2 0 0,0 0 0,-1 19 0,3-23 0,-3 21 0,1 0 0,1 1 0,4 62 0,0-87 0,0 1 0,1-1 0,0 1 0,0-1 0,1 0 0,1 0 0,-1 0 0,1-1 0,1 1 0,0-1 0,0 0 0,0-1 0,1 1 0,0-1 0,1 0 0,0 0 0,0-1 0,12 9 0,-13-12 0,0 0 0,0 0 0,0-1 0,0 1 0,0-2 0,0 1 0,1-1 0,-1 0 0,1 0 0,7 0 0,74-4 0,-35 0 0,-36 4 0,1-1 0,-1-1 0,1 0 0,-1-1 0,0-1 0,1-1 0,-1 0 0,-1-1 0,24-10 0,-28 9 0,1-1 0,-1 0 0,0 0 0,-1-1 0,0-1 0,0 0 0,-1-1 0,0 1 0,-1-2 0,0 0 0,0 0 0,-1 0 0,10-22 0,16-20 0,-28 45 0,0-1 0,-1 1 0,1-1 0,-2 0 0,1 0 0,-1-1 0,3-11 0,6-30 0,-7 33 0,-1-1 0,-1 0 0,-1 0 0,2-30 0,12-110 0,-16 136-110,-1-34 347,0 55-308,-1 0 0,1 0 0,0 0 0,-1-1 0,1 1 0,-1 0 0,0 0 0,1 0 0,-1 0-1,0 0 1,0 0 0,0 1 0,-1-1 0,1 0 0,0 0 0,-1 1 0,1-1 0,-1 1 0,1-1 0,-4-1 0,-6-1-6755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29:03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495 1 24575,'-9'0'0,"1"1"0,-1 0 0,1 0 0,0 1 0,-1 0 0,1 1 0,0 0 0,0 0 0,1 1 0,-1-1 0,1 2 0,-1-1 0,1 1 0,1 0 0,-13 12 0,-2 6 0,1 0 0,1 1 0,-18 30 0,-5 7 0,24-34 0,1 2 0,1-1 0,-12 32 0,-10 20 0,23-54 0,2 0 0,1 1 0,1 1 0,1 0 0,2 0 0,-8 47 0,11-43 0,0 10 0,-2 60 0,7-86 0,0 0 0,2 0 0,-1 0 0,2 0 0,0 0 0,1-1 0,0 0 0,2 0 0,0 0 0,0 0 0,13 20 0,-12-22-1365,-1-2-5461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29:04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1 309 24575,'12'0'0,"-1"-1"0,1-1 0,0 0 0,0-1 0,-1 0 0,1 0 0,13-8 0,74-42 0,-47 19 0,64-56 0,-63 48 0,-33 22 0,-17 16 0,1 0 0,-1 0 0,0 1 0,1 0 0,0-1 0,0 1 0,0 0 0,0 1 0,0-1 0,1 1 0,-1 0 0,1 0 0,0 0 0,6-1 0,-10 3 0,0 1 0,0-1 0,0 1 0,0-1 0,0 1 0,0 0 0,0 0 0,-1-1 0,1 1 0,0 0 0,0 0 0,-1 0 0,1 0 0,0 0 0,-1 0 0,1 0 0,-1 0 0,1 0 0,-1 0 0,0 0 0,1 0 0,-1 0 0,0 0 0,0 0 0,0 0 0,0 0 0,0 1 0,0 0 0,1 40 0,-2-35 0,0 12 0,-1 0 0,-1 0 0,-1 0 0,-10 30 0,10-33 0,-65 235 0,59-201-249,2 0-1,2 0 0,2 1 1,4 60-1,0-106 133,0 10-6709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29:06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0 24575,'4'1'0,"0"-1"0,-1 1 0,1-1 0,-1 1 0,1 0 0,-1 1 0,0-1 0,1 1 0,-1-1 0,0 1 0,0 0 0,0 0 0,0 0 0,0 1 0,-1-1 0,1 1 0,0-1 0,-1 1 0,0 0 0,0 0 0,0 0 0,0 0 0,1 4 0,5 9 0,-1 0 0,0 1 0,5 23 0,-7-23 0,2 14 0,-2 0 0,-1 0 0,-2 0 0,0 1 0,-6 50 0,2 1 0,0-41 0,-1-1 0,-2 0 0,-1 0 0,-3-1 0,-23 69 0,-33 92 0,48-148 0,-32 64 0,30-77 0,3 0 0,1 0 0,-12 54 0,19-65-1365,4-18-5461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29:11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24575,'0'460'0,"-3"-428"-1365,0-21-5461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29:12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24575,'109'-2'0,"118"4"0,-170 7 54,26 1-1473,-68-10-5407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30:10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76 24575,'1'0'0,"0"1"0,0-1 0,0 1 0,0 0 0,0-1 0,0 1 0,0 0 0,-1-1 0,1 1 0,0 0 0,-1 0 0,1 0 0,0-1 0,-1 1 0,1 0 0,-1 0 0,1 0 0,-1 0 0,0 0 0,1 0 0,-1 0 0,0 0 0,0 0 0,0 1 0,1-1 0,-1 0 0,-1 1 0,4 36 0,-3-33 0,-1 16 0,-1 0 0,-1 0 0,-1-1 0,0 1 0,-2-1 0,-12 30 0,-7 27 0,1 46 0,-3 11 0,15-100 0,9-28 0,1 0 0,-1 1 0,1-1 0,0 1 0,1 0 0,0 0 0,0 0 0,0 0 0,1 0 0,0 0 0,0 7 0,0-14 0,0 0 0,1 0 0,-1 0 0,0 1 0,0-1 0,0 0 0,0 0 0,0 0 0,0 0 0,0 0 0,0 0 0,0 0 0,0 0 0,1 1 0,-1-1 0,0 0 0,0 0 0,0 0 0,0 0 0,0 0 0,0 0 0,1 0 0,-1 0 0,0 0 0,0 0 0,0 0 0,0 0 0,0 0 0,0 0 0,1 0 0,-1 0 0,0 0 0,0 0 0,0 0 0,0 0 0,0 0 0,1 0 0,-1 0 0,0 0 0,0 0 0,0 0 0,0-1 0,0 1 0,0 0 0,0 0 0,1 0 0,-1 0 0,0 0 0,0 0 0,0 0 0,0 0 0,0-1 0,0 1 0,0 0 0,0 0 0,0 0 0,0 0 0,0-1 0,11-12 0,7-14 0,-6 8 0,1 2 0,1 0 0,25-25 0,-6 7 0,22-29 0,50-75 0,6-27 0,-15-11-201,-72 130-963,-19 37-5662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30:11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24575,'0'48'0,"2"-1"0,10 57 0,-9-78 0,-1 0 0,-3 49 0,2 23 0,-2-97-38,2 1 0,-1-1 0,0 0 1,0 1-1,0-1 0,0 0 0,1 1 0,-1-1 0,1 0 0,-1 0 0,1 1 0,0-1 0,-1 0 0,1 0 0,0 0 0,0 0 1,-1 0-1,1 0 0,0 0 0,0 0 0,0 0 0,0 0 0,1-1 0,-1 1 0,0 0 0,0-1 0,0 1 0,1-1 0,-1 1 1,0-1-1,0 0 0,1 1 0,-1-1 0,0 0 0,2 0 0,7-2-6788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30:12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339 169 24575,'0'-2'0,"0"0"0,0-1 0,0 1 0,0 0 0,0 0 0,-1-1 0,1 1 0,-1 0 0,0 0 0,0-1 0,1 1 0,-1 0 0,-1 0 0,1 0 0,0 0 0,0 0 0,-1 1 0,1-1 0,-1 0 0,1 1 0,-1-1 0,0 1 0,0-1 0,0 1 0,0 0 0,0 0 0,0 0 0,0 0 0,0 0 0,0 0 0,0 0 0,-1 1 0,1-1 0,0 1 0,0 0 0,-1 0 0,1-1 0,0 2 0,-1-1 0,1 0 0,0 0 0,0 1 0,-4 0 0,-1 0 0,0 1 0,0-1 0,1 1 0,-1 1 0,0-1 0,1 1 0,0 1 0,-1-1 0,1 1 0,1 0 0,-1 0 0,0 1 0,-7 7 0,-13 25 0,1 1 0,-30 63 0,51-92 0,-12 22 0,-18 55 0,30-77 0,2 1 0,0-1 0,0 1 0,0-1 0,1 1 0,1 0 0,0 0 0,0-1 0,1 1 0,3 18 0,-2-23 0,0 0 0,0 0 0,0 0 0,1 0 0,0-1 0,0 1 0,0-1 0,0 0 0,1 0 0,0 0 0,-1-1 0,1 1 0,1-1 0,-1 0 0,0 0 0,1 0 0,0 0 0,0-1 0,-1 0 0,1 0 0,0 0 0,10 1 0,1 1 0,0-2 0,0 0 0,0 0 0,1-2 0,-1 0 0,20-2 0,-32 1 0,0-1 0,0 1 0,0-1 0,0 0 0,0 0 0,0 0 0,0 0 0,0-1 0,-1 1 0,1-1 0,-1 0 0,0 0 0,0 0 0,0-1 0,0 1 0,-1-1 0,1 0 0,2-6 0,5-8 0,-1-1 0,10-29 0,-10 15 0,-1-1 0,-2 0 0,3-50 0,-8 74 0,1-8 0,0 0 0,-1 0 0,-1-1 0,0 1 0,-2 0 0,0 0 0,-1 0 0,-1 1 0,0-1 0,-2 1 0,0 0 0,-1 0 0,0 0 0,-16-24 0,-6-6-1365,23 39-5461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30:12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0 24575,'0'27'0,"1"-8"0,-1 1 0,-1-1 0,0 1 0,-1-1 0,-2 0 0,0 0 0,-8 25 0,0-10 0,-12 55 0,8-23 0,-66 186 0,20-68 0,58-166-30,3-14-104,1-1 1,-1 1-1,0-1 1,0 1-1,0-1 1,0 0-1,-1 0 1,1 0-1,-5 6 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30:12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 24575,'107'11'0,"-89"-8"0,0 0 0,0 0 0,0-2 0,1 0 0,-1-2 0,0 0 0,0 0 0,30-8 0,-41 6-97,1 0-1,-1 0 1,0 0-1,0-1 1,-1 0-1,1-1 1,-1 1-1,0-1 1,0-1-1,-1 1 1,1-1-1,-1 0 0,7-11 1,-6 7-6729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30:13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1 24575,'-1'105'0,"-22"168"0,10-186 0,-20 113 0,9-63 0,-13 48 0,35-176 0,0-3 0,3-8 0,12-32 0,4 10-1365,-10 13-5461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30:13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318 90 24575,'1'-4'0,"-1"0"0,-1-1 0,1 1 0,0 0 0,-1 0 0,0-1 0,0 1 0,-1 0 0,1 0 0,-1 0 0,1 0 0,-1 0 0,-1 1 0,-3-7 0,3 8 0,1-1 0,-1 1 0,0 0 0,1 0 0,-1 1 0,0-1 0,0 0 0,-1 1 0,1 0 0,0 0 0,0 0 0,-1 0 0,1 0 0,0 1 0,-1-1 0,1 1 0,0 0 0,-1 0 0,-4 1 0,4 0 0,-1 0 0,1 0 0,-1 1 0,1 0 0,-1 0 0,1 0 0,0 0 0,0 0 0,0 1 0,0 0 0,1 0 0,-1 0 0,1 0 0,-1 1 0,1-1 0,0 1 0,-3 5 0,-8 12 0,-23 45 0,29-50 0,-8 16 0,1 0 0,1 1 0,2 1 0,1 0 0,2 0 0,2 1 0,0 0 0,3 0 0,1 1 0,2 56 0,2-86 0,1 1 0,-1-1 0,1-1 0,0 1 0,0 0 0,1 0 0,0-1 0,0 1 0,0-1 0,0 0 0,1 0 0,0 0 0,0-1 0,1 1 0,-1-1 0,1 0 0,0 0 0,0-1 0,0 1 0,6 2 0,-5-3 0,0 0 0,0 0 0,0-1 0,1 1 0,-1-1 0,1-1 0,-1 1 0,1-1 0,0-1 0,0 1 0,-1-1 0,1 0 0,0 0 0,0-1 0,-1 0 0,1 0 0,0-1 0,7-2 0,-10 1-80,0 0 0,0 0-1,0 0 1,-1 0 0,1-1-1,-1 1 1,0-1 0,0 0-1,0 0 1,-1 0 0,1 0 0,-1 0-1,0-1 1,0 1 0,0-1-1,1-8 1,0 1-6746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30:14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24575,'1'1'0,"0"-1"0,0 1 0,0-1 0,0 1 0,-1-1 0,1 1 0,0 0 0,0 0 0,0-1 0,-1 1 0,1 0 0,0 0 0,-1 0 0,1 0 0,-1-1 0,1 1 0,-1 0 0,1 0 0,-1 0 0,0 0 0,1 1 0,-1-1 0,0 0 0,0 0 0,0 0 0,0 0 0,0 2 0,3 35 0,-3-33 0,-1 63 0,-11 79 0,8-111 0,-11 139 0,12-138-96,2 61 0,1-63-1077,0-27-5653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30:15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 24575,'53'-2'0,"0"-3"0,89-18 0,-109 19-11,-1 1-1,1 2 0,38 2 1,-11 0-1308,-45-1-5507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30:15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30:16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45 24575,'1'-1'0,"-1"-1"0,0 0 0,0 0 0,0 1 0,0-1 0,0 0 0,0 1 0,0-1 0,-1 0 0,1 1 0,-1-1 0,1 0 0,-1 1 0,0-1 0,1 1 0,-1-1 0,0 1 0,0-1 0,0 1 0,0 0 0,0-1 0,-1 1 0,1 0 0,0 0 0,-1 0 0,1 0 0,0 0 0,-1 0 0,1 0 0,-4-1 0,2 2 0,1 0 0,-1 0 0,0 1 0,0-1 0,0 0 0,1 1 0,-1 0 0,0-1 0,1 1 0,-1 0 0,1 0 0,-1 1 0,1-1 0,-1 0 0,1 1 0,0 0 0,0-1 0,-4 5 0,-11 14 0,0 0 0,2 2 0,0 0 0,2 0 0,0 1 0,-18 49 0,19-43 0,-21 53 0,31-76 0,1-1 0,0 0 0,0 1 0,0-1 0,0 0 0,1 1 0,0-1 0,0 1 0,1-1 0,-1 1 0,1-1 0,3 10 0,-2-11 0,0-1 0,0 1 0,1-1 0,-1 0 0,1 0 0,0 0 0,0 0 0,0-1 0,0 1 0,1-1 0,-1 1 0,1-1 0,-1 0 0,1-1 0,0 1 0,-1-1 0,1 1 0,0-1 0,8 1 0,5 1 0,0 0 0,0-2 0,21 0 0,-19 0-341,0-2 0,0 0-1,28-6 1,-32 3-6485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30:16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0 535 24575,'0'1'0,"0"-1"0,0 1 0,1 0 0,-1 0 0,0-1 0,0 1 0,1 0 0,-1-1 0,1 1 0,-1 0 0,0-1 0,1 1 0,-1 0 0,1-1 0,-1 1 0,1-1 0,0 1 0,-1-1 0,1 0 0,-1 1 0,1-1 0,0 1 0,-1-1 0,1 0 0,0 0 0,0 1 0,-1-1 0,1 0 0,0 0 0,0 0 0,-1 0 0,1 0 0,0 0 0,0 0 0,-1 0 0,1 0 0,0 0 0,0 0 0,-1 0 0,1-1 0,0 1 0,-1 0 0,1 0 0,0-1 0,0 0 0,34-14 0,-24 4 0,1 0 0,-1 0 0,0-2 0,-2 1 0,17-26 0,34-78 0,-22 41 0,2-4 0,-24 43 0,2 2 0,39-56 0,-57 89 0,0 1 0,1 0 0,-1 0 0,0-1 0,0 1 0,0 0 0,0 0 0,0-1 0,1 1 0,-1 0 0,0 0 0,0-1 0,0 1 0,1 0 0,-1 0 0,0 0 0,0 0 0,1-1 0,-1 1 0,0 0 0,0 0 0,1 0 0,-1 0 0,0 0 0,0 0 0,1 0 0,-1 0 0,0 0 0,1 0 0,-1 0 0,0 0 0,0 0 0,1 0 0,-1 0 0,0 0 0,0 0 0,1 0 0,-1 0 0,0 0 0,1 0 0,-1 1 0,0-1 0,1 0 0,4 15 0,-3 22 0,-2-37 0,-1 550 0,4-514-1365,1-24-5461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30:17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 92 24575,'0'-6'0,"-1"0"0,0 0 0,0 0 0,-1 0 0,1 0 0,-1 1 0,-1-1 0,1 1 0,-1-1 0,0 1 0,-4-6 0,6 10 0,1 0 0,-1-1 0,0 1 0,0 0 0,0 0 0,0 0 0,0 0 0,0 0 0,0 0 0,0 0 0,-1 1 0,1-1 0,0 0 0,0 1 0,-1-1 0,1 0 0,0 1 0,-1 0 0,1-1 0,-1 1 0,1 0 0,0 0 0,-1 0 0,1 0 0,-1 0 0,1 0 0,-1 0 0,1 0 0,0 0 0,-1 1 0,1-1 0,-1 1 0,1-1 0,0 1 0,-1-1 0,1 1 0,0 0 0,0 0 0,0 0 0,0-1 0,-1 1 0,1 0 0,0 0 0,0 1 0,1-1 0,-1 0 0,0 0 0,0 0 0,-1 3 0,-13 21 0,1 1 0,1 0 0,1 1 0,-13 45 0,13-35 0,2-10 0,2 0 0,2 0 0,-7 50 0,7-39 0,4-31 0,0 1 0,1-1 0,0 1 0,1-1 0,-1 1 0,2 9 0,0-14 0,0 0 0,-1 0 0,1-1 0,1 1 0,-1-1 0,0 1 0,0-1 0,1 1 0,0-1 0,-1 0 0,1 1 0,0-1 0,0 0 0,0 0 0,0-1 0,1 1 0,-1 0 0,0-1 0,1 1 0,-1-1 0,5 2 0,1 1 0,1 0 0,0-1 0,-1 0 0,2 0 0,-1-1 0,0 0 0,0-1 0,1 0 0,-1-1 0,18 0 0,-20-1 0,0-1 0,0 1 0,0-1 0,-1-1 0,1 1 0,0-1 0,-1 0 0,0-1 0,1 0 0,-1 0 0,-1 0 0,1 0 0,-1-1 0,10-10 0,-9 9 0,1-1 0,-1 0 0,0 0 0,0 0 0,-1 0 0,0-1 0,-1 0 0,1 0 0,-1-1 0,-1 1 0,0-1 0,0 0 0,-1 1 0,0-1 0,0-1 0,-1 1 0,0 0 0,-1-15 0,-2-64-1365,2 73-5461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30:18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1 113 24575,'1'-4'0,"0"-1"0,0 1 0,0-1 0,1 1 0,-1 0 0,1 0 0,0 0 0,1 0 0,-1 0 0,1 1 0,-1-1 0,1 1 0,0-1 0,1 1 0,-1 0 0,0 0 0,1 1 0,0-1 0,-1 1 0,1-1 0,7-2 0,-6 2 0,0 1 0,0-1 0,1 1 0,-1 0 0,1 0 0,0 0 0,0 1 0,-1 0 0,1 0 0,0 0 0,0 1 0,0 0 0,0 0 0,0 1 0,11 2 0,-14-2 0,0 1 0,-1 0 0,1 0 0,0 0 0,-1 0 0,1 0 0,-1 1 0,0-1 0,0 1 0,0 0 0,0-1 0,0 1 0,-1 0 0,1 0 0,1 6 0,18 58 0,-12-35 0,-4-14 0,-1 0 0,0 1 0,-1-1 0,-1 1 0,-1 0 0,0 0 0,-1-1 0,-1 1 0,-1 0 0,-8 31 0,9-47 0,0 0 0,0 1 0,0-1 0,-1 0 0,1 0 0,-1 0 0,0-1 0,0 1 0,0 0 0,0-1 0,0 1 0,-1-1 0,1 0 0,-1 1 0,0-1 0,1 0 0,-7 2 0,10-8 0,-1 1 0,1-1 0,0 0 0,1 0 0,-1 1 0,1-1 0,-1 0 0,1 1 0,4-7 0,27-40 0,-12 19 0,-2 0 0,22-49 0,23-43 0,-59 110 0,1 0 0,1 1 0,0-1 0,16-19 0,-23 32 0,0-1 0,0 1 0,0 0 0,1 0 0,-1 0 0,0-1 0,0 1 0,0 0 0,1 0 0,-1 0 0,0-1 0,0 1 0,0 0 0,1 0 0,-1 0 0,0 0 0,0-1 0,1 1 0,-1 0 0,0 0 0,0 0 0,1 0 0,-1 0 0,0 0 0,1 0 0,-1 0 0,0 0 0,0 0 0,1 0 0,-1 0 0,0 0 0,1 0 0,-1 0 0,0 0 0,0 0 0,1 0 0,-1 1 0,0-1 0,0 0 0,1 0 0,-1 0 0,0 0 0,0 1 0,1-1 0,4 16 0,-2 23 0,-3-39 0,16 219 0,-16-216 0,0 0 0,0-1 0,0 1 0,0-1 0,0 1 0,0-1 0,0 1 0,1 0 0,0-1 0,-1 1 0,1-1 0,0 0 0,0 1 0,0-1 0,1 0 0,-1 0 0,0 1 0,1-1 0,-1 0 0,3 2 0,-2-4 0,0 1 0,0-1 0,0 0 0,1 0 0,-1 0 0,0 0 0,0 0 0,0 0 0,0-1 0,0 1 0,0 0 0,0-1 0,0 0 0,0 0 0,0 1 0,0-1 0,0 0 0,-1 0 0,1-1 0,0 1 0,-1 0 0,1-1 0,-1 1 0,1-1 0,1-1 0,16-16 0,-2 0 0,0-2 0,-1 1 0,25-44 0,-22 34 0,36-46 0,-55 76 0,0 0 0,0 0 0,0-1 0,0 1 0,1 0 0,-1 0 0,0 0 0,0 0 0,0-1 0,0 1 0,0 0 0,1 0 0,-1 0 0,0 0 0,0 0 0,0 0 0,0 0 0,1-1 0,-1 1 0,0 0 0,0 0 0,0 0 0,0 0 0,1 0 0,-1 0 0,0 0 0,0 0 0,0 0 0,1 0 0,-1 0 0,0 0 0,0 0 0,0 0 0,1 0 0,-1 0 0,0 0 0,0 0 0,0 1 0,1-1 0,-1 0 0,0 0 0,0 0 0,0 0 0,0 0 0,1 0 0,-1 0 0,0 1 0,4 13 0,-2 27 0,-2-31 0,3 13 0,0 0 0,8 24 0,-6-26 0,0 0 0,-2 0 0,2 23 0,-5-32 0,0 1 0,2-1 0,-1 0 0,1 0 0,1 0 0,0 0 0,9 20 0,-11-29 0,1 0 0,-1 0 0,1-1 0,0 1 0,0 0 0,0-1 0,0 1 0,0-1 0,1 0 0,-1 0 0,1 0 0,-1 0 0,1 0 0,0-1 0,0 1 0,0-1 0,0 1 0,0-1 0,0 0 0,0 0 0,0-1 0,0 1 0,0-1 0,0 1 0,1-1 0,-1 0 0,0 0 0,0 0 0,1-1 0,-1 1 0,0-1 0,0 0 0,0 0 0,4-2 0,1 0-170,0 0-1,0-1 0,-1 0 1,1 0-1,-1-1 0,0 0 1,9-9-1,-5 3-6655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30:18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 24575,'2'91'0,"-4"102"0,-22-40 0,9-73 0,2-13 0,7-42 0,1 1 0,1 0 0,0 48 0,5-98-1365,-1 9-5461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30:18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1 212 24575,'12'-2'0,"1"0"0,-1 0 0,1-1 0,-1 0 0,0-1 0,16-8 0,11-3 0,150-56 0,-159 61 0,54-10 0,1-1 0,-64 16-92,-17 5 17,0-1 1,0 0-1,0 0 0,-1 0 0,1 0 0,0 0 0,-1-1 0,1 0 0,-1 1 0,1-2 0,-1 1 0,0 0 1,0 0-1,0-1 0,0 0 0,3-3 0,-1-4-6751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30:19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24575,'14'276'0,"-9"28"14,-7-177-1393,2-112-5447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2:31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22 24575,'-6'-3'0,"13"-2"0,17-4 0,309 5 0,-179 7 0,303-5-206,490 4-419,-421 33 524,82 1-25,-44-23 1145,-157 5-980,-361-15-39,417 15 0,-104 1 0,3534-20 0,-3457 19 0,-343-18 0,616 13 0,-175 5 0,-316-5 0,414 13 0,762-26 0,-1119 18 0,-3 0 0,126-1 0,-106 3 0,-114-4 0,57 16 0,-59-4 0,259 31 0,-146-17 0,275 35 0,-122-31 0,-300-33 0,253-8 0,-203-8 0,23 21 0,-144-9 0,84 0 0,-7 1 0,-52-1 0,-2-2 0,73 2 0,96-9-1365,-247 0-5461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2:35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8 24575,'0'0'0,"0"-1"0,0 1 0,0 0 0,0-1 0,0 1 0,0 0 0,0 0 0,0-1 0,0 1 0,0 0 0,0-1 0,0 1 0,0 0 0,-1 0 0,1-1 0,0 1 0,0 0 0,0 0 0,-1-1 0,1 1 0,0 0 0,0 0 0,0 0 0,-1-1 0,1 1 0,0 0 0,-1 0 0,1 0 0,0 0 0,0 0 0,-1-1 0,1 1 0,0 0 0,-1 0 0,1 0 0,0 0 0,0 0 0,-1 0 0,-17 4 0,-12 13 0,10 0 0,1 1 0,1 0 0,1 2 0,0 0 0,1 0 0,-16 31 0,24-39 0,3-2 0,0 1 0,0 0 0,1 0 0,1 0 0,0 0 0,0 1 0,1-1 0,1 1 0,0-1 0,0 1 0,1 0 0,1 0 0,0-1 0,0 1 0,5 15 0,-5-25 2,0 1 0,0-1 0,0 1 0,1-1 0,-1 0 0,1 1-1,0-1 1,-1 0 0,1 0 0,0 0 0,0 0 0,0-1 0,1 1 0,-1 0-1,0-1 1,1 0 0,-1 1 0,1-1 0,-1 0 0,1 0 0,-1-1 0,1 1 0,0 0-1,-1-1 1,1 0 0,4 1 0,13 0-99,-1-1 1,36-3-1,-18 0-1029,-21 3-5700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2:36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0 24575,'0'16'0,"1"-3"0,-1 0 0,0 0 0,-1 0 0,-1 0 0,0 0 0,0 0 0,-2 0 0,-7 20 0,-1-3 0,2 1 0,-10 42 0,-9 30 0,14-40 0,47-110 0,-18 20 0,0 0 0,1 1 0,2 1 0,37-44 0,-22 30 0,-8 10 65,33-30 0,17-18-1560,-66 67-5331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2:36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24575,'0'0'0,"0"0"0,0-1 0,0 1 0,0 0 0,0-1 0,0 1 0,0 0 0,0 0 0,0-1 0,1 1 0,-1 0 0,0-1 0,0 1 0,0 0 0,0 0 0,1-1 0,-1 1 0,0 0 0,0 0 0,0 0 0,1-1 0,-1 1 0,0 0 0,0 0 0,1 0 0,-1 0 0,0-1 0,0 1 0,1 0 0,-1 0 0,0 0 0,1 0 0,-1 0 0,0 0 0,1 0 0,-1 0 0,0 0 0,0 0 0,1 0 0,-1 0 0,0 0 0,1 0 0,-1 0 0,23 8 0,26 21 0,-42-25 0,-3-1 0,0 1 0,0 0 0,0-1 0,-1 1 0,0 0 0,1 1 0,-1-1 0,-1 1 0,1-1 0,2 7 0,-4-7 0,1 0 0,0 0 0,0 0 0,1-1 0,-1 1 0,1 0 0,0-1 0,0 0 0,0 0 0,0 0 0,0 0 0,7 4 0,11-5-1365,-11-5-5461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2:37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16 24575,'-1'-1'0,"1"0"0,0 0 0,0 0 0,-1 1 0,1-1 0,0 0 0,-1 0 0,1 1 0,-1-1 0,1 0 0,-1 1 0,1-1 0,-1 1 0,1-1 0,-1 1 0,0-1 0,1 1 0,-1-1 0,0 1 0,0-1 0,1 1 0,-1 0 0,0-1 0,0 1 0,1 0 0,-1 0 0,0 0 0,0-1 0,0 1 0,0 0 0,1 0 0,-1 0 0,0 0 0,0 1 0,0-1 0,1 0 0,-1 0 0,0 0 0,0 1 0,0-1 0,1 0 0,-2 2 0,-35 13 0,18 7 0,1 0 0,1 2 0,1 0 0,2 1 0,-24 51 0,30-60 0,4-7 0,1 0 0,0 0 0,0 0 0,1 0 0,-1 11 0,2-18 0,0 0 0,1 0 0,0 0 0,0 0 0,-1 0 0,1 0 0,0 0 0,1 0 0,-1 0 0,0 0 0,0 0 0,1 0 0,0 0 0,-1 0 0,1 0 0,0 0 0,0-1 0,0 1 0,0 0 0,0 0 0,0-1 0,0 1 0,1-1 0,-1 1 0,0-1 0,1 1 0,0-1 0,-1 0 0,3 2 0,-1-3 0,0 0 0,-1 0 0,1 0 0,0-1 0,-1 1 0,1-1 0,-1 1 0,1-1 0,-1 0 0,1 0 0,-1 0 0,0 0 0,1 0 0,-1-1 0,0 1 0,0-1 0,0 1 0,0-1 0,0 0 0,0 0 0,0 0 0,1-2 0,4-4 0,0 0 0,0-1 0,-1 0 0,6-10 0,-4 3-170,-1-1-1,0 0 0,-2-1 1,1 1-1,-2-1 0,-1 0 1,2-27-1,-4 31-6655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2:37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1 24575,'0'20'0,"1"-8"0,-1 1 0,0-1 0,-1 0 0,0 0 0,-1 0 0,0 0 0,-1 0 0,0 0 0,-7 13 0,-79 180 0,83-194-195,1 0 0,0 0 0,1 0 0,0 1 0,1 0 0,-3 17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2:37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1 24575,'4'0'0,"-1"0"0,1 0 0,-1 0 0,0 0 0,1 1 0,-1 0 0,0-1 0,1 1 0,-1 0 0,0 0 0,0 1 0,0-1 0,0 1 0,0-1 0,0 1 0,0 0 0,4 4 0,-6-3 0,1-1 0,-1 1 0,0-1 0,0 1 0,0-1 0,0 1 0,0 0 0,-1-1 0,1 1 0,-1 0 0,1 0 0,-1 0 0,0 0 0,0-1 0,-1 1 0,1 0 0,0 0 0,-1 0 0,0-1 0,0 1 0,0 0 0,-1 2 0,-3 6-97,-1-1-1,0 1 1,0-1-1,-1-1 1,-1 1-1,0-1 1,0 0-1,0-1 1,-1 0-1,0 0 1,-1-1-1,0-1 0,-20 12 1,20-13-6729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2:38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2 24575,'0'1'0,"0"-1"0,0 0 0,0 0 0,0 1 0,0-1 0,0 0 0,-1 0 0,1 0 0,0 1 0,0-1 0,0 0 0,-1 0 0,1 0 0,0 1 0,0-1 0,0 0 0,-1 0 0,1 0 0,0 0 0,0 0 0,-1 0 0,1 1 0,0-1 0,-1 0 0,1 0 0,0 0 0,0 0 0,-1 0 0,1 0 0,0 0 0,0 0 0,-1 0 0,1 0 0,0 0 0,-1 0 0,1-1 0,0 1 0,0 0 0,-1 0 0,1 0 0,0 0 0,0 0 0,-1 0 0,1-1 0,0 1 0,0 0 0,0 0 0,-1 0 0,1-1 0,0 1 0,0 0 0,0 0 0,0 0 0,0-1 0,-1 1 0,1 0 0,0 0 0,0-1 0,0 1 0,0 0 0,0-1 0,0 1 0,0 0 0,0-1 0,-14 21 0,10-8 0,1 0 0,1 0 0,0 0 0,0 0 0,1 0 0,1 0 0,0 1 0,1-1 0,0 0 0,5 23 0,-5-34 0,-1 0 0,0 0 0,1 0 0,-1 0 0,0 0 0,1 0 0,0 0 0,-1 0 0,1 0 0,-1 0 0,1 0 0,0 0 0,0-1 0,0 1 0,-1 0 0,1-1 0,0 1 0,0 0 0,0-1 0,0 1 0,0-1 0,0 1 0,0-1 0,0 0 0,0 1 0,0-1 0,0 0 0,0 0 0,1 0 0,0 0 0,1-1 0,0 1 0,-1-1 0,1 0 0,-1-1 0,1 1 0,-1 0 0,1-1 0,-1 1 0,0-1 0,0 0 0,4-3 0,4-6 0,0-1 0,-1 0 0,11-18 0,-18 25-124,1-1 0,-1 0 0,0 0 0,-1 0 0,1-1 0,-1 1-1,0 0 1,-1 0 0,0-1 0,0-6 0,0-2-6702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2:38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1 24575,'-2'0'0,"-1"0"0,1 0 0,-1 0 0,1 1 0,-1-1 0,1 1 0,-1-1 0,1 1 0,0 0 0,-1 0 0,1 0 0,0 0 0,0 1 0,0-1 0,0 1 0,0-1 0,0 1 0,0-1 0,0 1 0,1 0 0,-1 0 0,-2 3 0,0 3 0,0 1 0,1-1 0,-1 1 0,-3 17 0,-11 25 0,16-48 0,0-1 0,1 1 0,0 0 0,-1-1 0,1 1 0,0 0 0,0 0 0,0 0 0,1 0 0,-1 0 0,1 0 0,0 0 0,0 0 0,0 0 0,0 0 0,0 0 0,0 0 0,1 0 0,0-1 0,-1 1 0,3 5 0,-1-5 0,0-1 0,0 0 0,0 0 0,0 0 0,1 0 0,-1 0 0,1-1 0,-1 1 0,1-1 0,-1 0 0,1 1 0,0-1 0,0 0 0,0-1 0,-1 1 0,1 0 0,0-1 0,0 1 0,0-1 0,0 0 0,5-1 0,26 2-97,-14 0-157,0 0 1,0-2-1,-1 0 1,27-6-1,-35 3-6572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2:39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 24575,'-2'17'-21,"0"1"0,0-1 0,-2 0-1,0 0 1,-1 0 0,-1 0 0,0-1-1,-1 0 1,-11 18 0,-5 13-1132,18-34-5673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2:39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24575,'3'0'0,"4"0"0,4 0 0,2 0 0,4 0 0,0 0 0,1 0 0,1 0 0,-1 0 0,0 0 0,0 0 0,0 0 0,0 0 0,0 0 0,-3 0-8191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2:40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0 24575,'-3'2'0,"1"0"0,-1 1 0,0-1 0,1 1 0,-1-1 0,1 1 0,-1 0 0,1 0 0,0 0 0,-2 4 0,-5 7 0,-12 10 0,1 0 0,1 2 0,2 0 0,1 1 0,-24 52 0,36-68 0,0-1 0,0 1 0,2 0 0,-1 0 0,1 0 0,1 0 0,-1 20 0,2-28 0,0 0 0,0 0 0,1 0 0,-1-1 0,1 1 0,0 0 0,-1 0 0,1-1 0,1 1 0,-1-1 0,0 1 0,1-1 0,-1 1 0,1-1 0,-1 0 0,1 0 0,0 0 0,0 0 0,0 0 0,0 0 0,1 0 0,-1-1 0,0 1 0,1-1 0,-1 1 0,1-1 0,0 0 0,-1 0 0,1 0 0,0-1 0,-1 1 0,1-1 0,0 1 0,0-1 0,5 0 0,0 0 0,0 1 0,0-2 0,0 1 0,0-1 0,0 0 0,0-1 0,0 0 0,0 0 0,0-1 0,-1 0 0,14-7 0,-18 8 0,0 0 0,-1 0 0,1-1 0,0 1 0,-1-1 0,1 0 0,-1 0 0,0 0 0,0 0 0,0 0 0,0 0 0,-1 0 0,1 0 0,-1-1 0,0 1 0,0-1 0,0 1 0,0-1 0,-1 1 0,0-1 0,1 0 0,-1 1 0,0-1 0,-1 0 0,1 1 0,-1-1 0,1 1 0,-3-7 0,-16-26-1365,13 26-5461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2:41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78 24575,'0'58'0,"1"-14"0,-1 1 0,-12 74 0,9-97 0,0 1 0,2 30 0,46-100 0,35-74 0,65-90 0,-114 159-1365,-25 41-5461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2:41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24575,'0'3'0,"0"4"0,0 4 0,0 3 0,0 2 0,3-1 0,4-4 0,1-1 0,2 2 0,2-2 0,0 0 0,-1-1 0,3 1 0,0-1 0,2-3 0,-2-5 0,-4-2-8191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2:42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1 24575,'-6'0'0,"1"1"0,0 0 0,0 0 0,0 1 0,0 0 0,0 0 0,0 0 0,1 0 0,-1 1 0,1-1 0,-1 1 0,1 0 0,0 1 0,0-1 0,-6 8 0,-10 11 0,-28 41 0,20-25 0,-33 53 0,33-46 0,25-40 0,1-1 0,0 1 0,-1-1 0,1 1 0,1 0 0,-1 0 0,1 0 0,0 0 0,0 0 0,0 0 0,1 0 0,0 0 0,0 10 0,1-13 0,-1 0 0,1 0 0,-1 1 0,1-1 0,-1 0 0,1 0 0,0 0 0,0 0 0,0 0 0,1 0 0,-1 0 0,0 0 0,1 0 0,-1-1 0,1 1 0,0-1 0,-1 1 0,1-1 0,0 1 0,0-1 0,0 0 0,0 0 0,0 0 0,0 0 0,0 0 0,0-1 0,0 1 0,1 0 0,-1-1 0,0 0 0,5 1 0,3-1 6,1 0 0,0-1-1,-1-1 1,1 1 0,-1-1-1,0-1 1,0 0 0,0-1 0,0 1-1,0-2 1,-1 0 0,0 0-1,0 0 1,0-1 0,0-1-1,-1 1 1,0-1 0,-1-1 0,1 1-1,8-13 1,-7 7-120,1 0 0,-2-1-1,0 0 1,0 0 0,-1-1 0,-1 0-1,-1 0 1,0-1 0,-1 1 0,0-1-1,-1 0 1,1-29 0,-4 30-6712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2:42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1 427 24575,'7'-1'0,"0"0"0,0 0 0,0 0 0,1-1 0,-2 0 0,1 0 0,0-1 0,0 0 0,-1 0 0,1-1 0,-1 1 0,0-1 0,6-6 0,10-9 0,40-43 0,-21 19 0,-18 20 0,0-1 0,-1-1 0,-2-1 0,-1-1 0,0-1 0,18-40 0,-35 64 0,-1 1 0,1-1 0,0 1 0,0 0 0,1 0 0,-1 0 0,1 0 0,-1 0 0,1 0 0,0 0 0,4-2 0,-6 5 0,-1-1 0,1 1 0,-1 0 0,0 0 0,1 0 0,-1 0 0,1 0 0,-1-1 0,1 1 0,-1 0 0,1 0 0,-1 0 0,0 0 0,1 0 0,-1 1 0,1-1 0,-1 0 0,1 0 0,-1 0 0,1 0 0,-1 0 0,0 1 0,1-1 0,-1 0 0,1 0 0,-1 1 0,0-1 0,1 0 0,-1 0 0,0 1 0,1-1 0,-1 1 0,7 29 0,-6 166 97,-3-88-1559,2-93-5364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2:43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 24575,'48'1'0,"-19"0"0,0-1 0,-1-1 0,58-11 0,-69 9-341,1 1 0,0 0-1,27 2 1,-30 0-6485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2:44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22 498 24575,'7'0'0,"-1"-1"0,1 1 0,-1-2 0,1 1 0,-1-1 0,0 0 0,1 0 0,-1 0 0,0-1 0,0 0 0,-1 0 0,1-1 0,-1 0 0,6-5 0,6-6 0,0-2 0,24-31 0,-6 6 0,-17 19 0,-1 0 0,-2-1 0,0-1 0,20-48 0,-11 1 0,-22 66 0,-1 1 0,0-1 0,0 0 0,0 0 0,-1 0 0,0 0 0,0 0 0,-1 0 0,1 0 0,-3-8 0,3 13 0,-1 0 0,1-1 0,0 1 0,-1 0 0,1 0 0,-1-1 0,0 1 0,1 0 0,-1 0 0,0 0 0,0 0 0,0 0 0,0 0 0,0 0 0,0 0 0,0 0 0,0 1 0,0-1 0,0 0 0,0 1 0,0-1 0,0 1 0,-1-1 0,1 1 0,0-1 0,-2 1 0,1 0 0,0 0 0,-1 1 0,1-1 0,0 1 0,0-1 0,0 1 0,0 0 0,0 0 0,0 0 0,0 0 0,0 0 0,0 0 0,-3 4 0,-5 3 0,1 2 0,0 0 0,-13 19 0,6-7 0,-137 203 0,140-204 0,0 2 0,2-1 0,-16 47 0,23-58 0,1 1 0,1-1 0,0 1 0,0 0 0,1-1 0,1 1 0,0 0 0,0 0 0,1 0 0,5 19 0,-4-26 0,0 0 0,1 0 0,0 0 0,0 0 0,0-1 0,1 1 0,-1-1 0,1 0 0,0 0 0,0 0 0,1 0 0,-1-1 0,1 0 0,0 0 0,0 0 0,0 0 0,0-1 0,6 2 0,-7-2 0,1 0 0,-1 0 0,1-1 0,-1 1 0,1-1 0,0 0 0,-1-1 0,1 1 0,0-1 0,0 0 0,-1 0 0,1 0 0,0-1 0,0 0 0,-1 0 0,1 0 0,-1 0 0,1-1 0,-1 0 0,1 0 0,6-4 0,-6 0 0,0-1 0,0 0 0,-1 0 0,0 0 0,0-1 0,-1 1 0,0-1 0,0 0 0,-1 0 0,3-14 0,12-32 0,-14 47-195,-1 0 0,1 0 0,-2 0 0,1-1 0,-1 1 0,1-11 0,-1 4-6631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2:44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23 24575,'0'-1'0,"0"0"0,1 0 0,-1 1 0,0-1 0,0 0 0,0 0 0,0 0 0,0 0 0,0 1 0,-1-1 0,1 0 0,0 0 0,0 0 0,0 0 0,-1 1 0,1-1 0,0 0 0,-1 0 0,1 1 0,-1-1 0,1 0 0,-1 1 0,1-1 0,-1 0 0,0 1 0,1-1 0,-1 1 0,-1-1 0,1 1 0,0 0 0,-1 0 0,1 0 0,0 0 0,0 1 0,0-1 0,-1 1 0,1-1 0,0 1 0,0-1 0,0 1 0,0 0 0,0-1 0,0 1 0,0 0 0,-1 1 0,-35 40 0,23-19 0,0 1 0,2 1 0,0 0 0,-13 47 0,1-5 0,20-58 0,0 1 0,0 0 0,0 0 0,1 1 0,1-1 0,-3 21 0,5-29 0,0 0 0,0 0 0,0 0 0,0 0 0,1 0 0,-1 0 0,1 0 0,-1 0 0,1 0 0,0 0 0,0 0 0,-1 0 0,1-1 0,1 1 0,-1 0 0,0 0 0,0-1 0,1 1 0,-1-1 0,1 1 0,-1-1 0,1 0 0,0 1 0,-1-1 0,1 0 0,0 0 0,0 0 0,0-1 0,0 1 0,0 0 0,0-1 0,0 1 0,0-1 0,0 0 0,0 1 0,0-1 0,3 0 0,5 1 0,1-1 0,0 0 0,0-1 0,0 0 0,0 0 0,-1-1 0,1-1 0,-1 0 0,1 0 0,-1-1 0,0 0 0,0-1 0,0 0 0,-1 0 0,0-1 0,0 0 0,0-1 0,-1 0 0,0-1 0,-1 1 0,1-1 0,-1-1 0,10-16 0,-10 14 0,0-1 0,-1 0 0,-1-1 0,0 0 0,-1 1 0,0-1 0,-1-1 0,0 1 0,-1 0 0,0-1 0,-1 0 0,-1 1 0,0-1 0,-4-24 0,3 33-11,-1 0 0,1 0 0,-1 0 0,0-1 0,0 1 0,0 1 0,-3-6 0,-3-4-1266,3 2-5549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2:45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18 24575,'-1'-1'0,"1"0"0,0 0 0,-1 0 0,1 0 0,-1 0 0,1 0 0,-1 0 0,0 0 0,1 1 0,-1-1 0,0 0 0,1 0 0,-1 1 0,0-1 0,0 1 0,0-1 0,0 0 0,0 1 0,0 0 0,0-1 0,0 1 0,1-1 0,-1 1 0,-1 0 0,1 0 0,0 0 0,0 0 0,0 0 0,0 0 0,0 0 0,0 0 0,0 0 0,0 0 0,0 0 0,0 0 0,-1 1 0,-2 0 0,-1-1 0,1 1 0,0 0 0,0 0 0,0 0 0,0 0 0,-8 4 0,3 4 0,0 0 0,1 1 0,0 0 0,0 0 0,1 0 0,1 1 0,-11 23 0,-9 13 0,19-35 0,-1 2 0,2-1 0,-7 21 0,11-29 0,0 0 0,1 0 0,-1 1 0,1-1 0,1 0 0,-1 1 0,1-1 0,0 1 0,0-1 0,0 0 0,1 1 0,2 8 0,-2-11 0,1-1 0,-1 0 0,1 0 0,-1-1 0,1 1 0,0 0 0,0 0 0,0-1 0,0 1 0,0-1 0,0 0 0,0 0 0,0 0 0,1 0 0,-1 0 0,0 0 0,1 0 0,-1-1 0,1 1 0,-1-1 0,1 0 0,-1 1 0,1-1 0,-1 0 0,1-1 0,-1 1 0,1 0 0,-1-1 0,4 0 0,3-1 0,1 0 0,-1-1 0,0 1 0,1-2 0,-1 1 0,10-7 0,-13 7 0,0-1 0,-1 0 0,1 0 0,-1-1 0,0 0 0,-1 1 0,1-2 0,-1 1 0,0 0 0,0-1 0,5-9 0,-4 3 0,-1 1 0,-1-1 0,1 0 0,-2 0 0,3-18 0,11-60-1365,-15 76-5461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2:46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 24575,'-1'31'0,"-1"0"0,-1 0 0,-2 0 0,-13 47 0,11-58 0,6-29 0,12-34 0,-5 32 0,1 1 0,0 0 0,0 0 0,1 0 0,17-15 0,-22 22 0,1-1 0,-1 1 0,1 0 0,0 0 0,0 1 0,0-1 0,0 1 0,1 0 0,-1 0 0,1 0 0,-1 1 0,1-1 0,0 1 0,-1 0 0,1 0 0,0 1 0,8 0 0,-11 0 0,0 0-1,0 1 0,0 0 1,0-1-1,-1 1 0,1 0 1,0 0-1,-1 0 0,1 0 0,-1 0 1,1 0-1,-1 1 0,1-1 1,-1 0-1,0 1 0,1-1 1,-1 1-1,0-1 0,0 1 1,0 0-1,-1 0 0,1-1 1,0 3-1,11 51 102,-11-48-342,-1 0-1,2 0 0,-1 0 0,1 0 1,4 9-1,-1-7-6584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2:46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1 262 24575,'30'1'0,"-15"-1"0,-1 1 0,1-2 0,18-3 0,-28 3 0,0 0 0,0-1 0,0 1 0,0-1 0,0-1 0,0 1 0,-1-1 0,1 1 0,-1-1 0,0-1 0,0 1 0,7-8 0,2-3 0,-1-1 0,0-1 0,14-26 0,-22 35 0,0-1 0,0 0 0,-1 0 0,0-1 0,-1 1 0,0 0 0,0-1 0,0 0 0,-1 1 0,0-11 0,-1 17 0,0 1 0,0-1 0,0 1 0,-1-1 0,1 1 0,0-1 0,0 1 0,-1 0 0,1-1 0,-1 1 0,1-1 0,-1 1 0,0 0 0,1-1 0,-1 1 0,0 0 0,0 0 0,0 0 0,0 0 0,-2-2 0,2 3 0,0-1 0,0 1 0,0 0 0,0-1 0,0 1 0,0 0 0,0 0 0,-1 0 0,1 0 0,0 0 0,0 0 0,0 0 0,0 0 0,0 1 0,-1-1 0,1 0 0,0 0 0,0 1 0,-2 0 0,-1 2 0,0-1 0,0 1 0,0-1 0,0 1 0,0 1 0,1-1 0,-1 0 0,1 1 0,0 0 0,-5 7 0,0 3 0,-1 1 0,2 0 0,0 0 0,1 1 0,0 0 0,2 0 0,0 0 0,0 1 0,2-1 0,0 1 0,0 27 0,2-43 3,1 1 0,-1 0 0,0 0 0,1-1 0,-1 1-1,1 0 1,0-1 0,-1 1 0,1-1 0,0 1 0,0-1 0,0 1 0,0-1-1,0 0 1,1 0 0,-1 1 0,0-1 0,0 0 0,1 0 0,-1 0 0,1 0-1,-1 0 1,1 0 0,-1-1 0,1 1 0,0-1 0,-1 1 0,1-1-1,2 1 1,5 0-144,0 0 0,-1 0 0,1-1 0,14-1 0,-11 0-605,4 0-6080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2:47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0 24575,'-2'36'0,"-1"0"0,-2 0 0,-2-1 0,-1 1 0,-1-2 0,-17 39 0,-32 89-1365,55-149-5461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2:47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0 184 24575,'5'-2'0,"0"-1"0,0 1 0,0-1 0,-1 0 0,0 0 0,1 0 0,-1-1 0,0 0 0,-1 1 0,1-1 0,4-7 0,3-1 0,7-6 0,1 1 0,0 0 0,2 2 0,0 0 0,0 1 0,34-15 0,-55 29 0,1-1 0,-1 1 0,1 0 0,-1 0 0,1 0 0,0-1 0,-1 1 0,1 0 0,0 0 0,-1 0 0,1 0 0,-1 0 0,1 0 0,0 0 0,-1 0 0,1 0 0,0 0 0,-1 1 0,1-1 0,-1 0 0,1 0 0,0 1 0,-1-1 0,1 0 0,-1 0 0,1 1 0,-1-1 0,1 1 0,-1-1 0,1 1 0,-1-1 0,0 0 0,1 2 0,7 25 0,-12 30 0,-3-35 0,0 1 0,-1-1 0,-12 23 0,15-35 0,-1-1 0,1 1 0,-2-1 0,1-1 0,-1 0 0,0 0 0,-1 0 0,0 0 0,-10 6 0,15-12-151,-1 0-1,1-1 0,-1 1 0,0-1 1,1 1-1,-1-1 0,0-1 1,-6 2-1,-4-1-6674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2:48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68 24575,'0'-2'0,"0"-1"0,0 0 0,0 0 0,-1 1 0,1-1 0,-1 0 0,1 1 0,-1-1 0,0 0 0,0 1 0,0-1 0,-1 1 0,1 0 0,-1-1 0,1 1 0,-1 0 0,0 0 0,1 0 0,-1 0 0,0 0 0,-1 0 0,1 1 0,0-1 0,0 1 0,-1-1 0,1 1 0,-1 0 0,1 0 0,-1 0 0,1 0 0,-1 0 0,-3 0 0,1 0 0,1 1 0,-1-1 0,0 1 0,0 0 0,0 1 0,1-1 0,-1 1 0,0 0 0,0 0 0,1 0 0,-1 1 0,1 0 0,-1-1 0,1 2 0,0-1 0,0 0 0,-6 5 0,1 3 0,0 0 0,1 1 0,0 0 0,1 0 0,0 0 0,1 1 0,-10 24 0,0 0 0,9-22 0,1 0 0,1 0 0,0 1 0,1-1 0,1 1 0,0 1 0,1-1 0,1 0 0,0 0 0,1 17 0,0-30 0,1 0 0,-1-1 0,0 1 0,1 0 0,-1-1 0,1 1 0,-1-1 0,1 1 0,0-1 0,-1 1 0,1-1 0,0 1 0,0-1 0,0 1 0,1-1 0,-1 0 0,0 0 0,0 0 0,1 0 0,-1 0 0,0 0 0,1 0 0,1 1 0,1-1 0,0 1 0,0-1 0,0 0 0,-1-1 0,1 1 0,0-1 0,0 0 0,0 0 0,8-1 0,-1 0 0,0-1 0,0-1 0,0 0 0,0 0 0,-1-1 0,15-8 0,-14 5 0,0 0 0,-1-2 0,0 1 0,-1-1 0,1 0 0,12-18 0,43-68 0,-54 76 0,-4 6 0,0 0 0,-1 0 0,5-18 0,7-17 0,-14 111 0,-6-19-59,0-28-159,1 0 1,1 1-1,1-1 0,0 1 1,4 18-1,-1-24-6608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2:49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1 24575,'-1'10'0,"-1"0"0,-1 0 0,1-1 0,-2 1 0,1-1 0,-6 10 0,-2 9 0,-2 5 0,-11 37 0,22-65 0,2 0 0,-1 0 0,0 0 0,1 0 0,0 0 0,0 0 0,1 0 0,-1 0 0,1 0 0,0 0 0,1 0 0,1 6 0,-1-9 0,0 0 0,-1 1 0,1-1 0,0 0 0,0-1 0,1 1 0,-1 0 0,0-1 0,1 1 0,-1-1 0,0 0 0,1 1 0,0-1 0,-1 0 0,1-1 0,0 1 0,-1 0 0,1-1 0,0 0 0,0 1 0,0-1 0,-1 0 0,1-1 0,3 1 0,5-1 0,0 0 0,-1 0 0,1-1 0,20-6 0,-16 2 0,-1-1 0,-1-1 0,1-1 0,-1 0 0,-1 0 0,1-1 0,-2-1 0,1 0 0,-2 0 0,1-1 0,-2-1 0,1 0 0,-2 0 0,9-17 0,-17 30 0,0 0 0,0-1 0,0 1 0,0 0 0,0 0 0,0-1 0,0 1 0,0 0 0,0 0 0,0-1 0,0 1 0,0 0 0,0 0 0,0-1 0,0 1 0,0 0 0,1 0 0,-1 0 0,0-1 0,0 1 0,0 0 0,0 0 0,1 0 0,-1-1 0,0 1 0,0 0 0,0 0 0,1 0 0,-1 0 0,0 0 0,0-1 0,0 1 0,1 0 0,-1 0 0,0 0 0,0 0 0,1 0 0,-1 0 0,0 0 0,0 0 0,1 0 0,-1 0 0,0 0 0,0 0 0,1 0 0,-1 0 0,0 0 0,0 0 0,1 1 0,-1-1 0,0 0 0,0 0 0,1 0 0,-1 0 0,0 0 0,1 1 0,2 20 0,-6 30 0,1-44 0,0 0 0,-1 0 0,0-1 0,-1 1 0,-4 6 0,-10 21 0,18-33 0,0 1 0,-1 0 0,1 0 0,0-1 0,0 1 0,0 0 0,0 0 0,1-1 0,-1 1 0,0 0 0,1 0 0,-1-1 0,1 1 0,-1 0 0,1-1 0,0 1 0,0-1 0,0 1 0,0-1 0,0 1 0,0-1 0,0 0 0,0 1 0,1-1 0,-1 0 0,2 1 0,-1 0 0,0-1 0,-1 0 0,1 1 0,-1-1 0,0 1 0,1-1 0,-1 1 0,0-1 0,0 1 0,0 0 0,0 0 0,0 0 0,-1-1 0,1 1 0,0 0 0,-1 0 0,1 0 0,-1 0 0,0 0 0,0 0 0,0 0 0,0 0 0,0 0 0,0 0 0,0 0 0,-1 3 0,-3 3 0,0 0 0,-1 1 0,0-2 0,0 1 0,0-1 0,-1 1 0,0-1 0,-10 8 0,16-15-1,-1 0-1,1 0 0,0 1 1,0-1-1,0 0 0,0 0 1,0 0-1,-1 0 1,1 0-1,0 0 0,0 0 1,0 0-1,0 0 0,-1 0 1,1 0-1,0 0 0,0 0 1,0 0-1,0 0 1,-1 0-1,1 0 0,0 0 1,0 0-1,0 0 0,0 0 1,0 0-1,-1-1 1,1 1-1,0 0 0,0 0 1,0 0-1,0 0 0,0 0 1,0 0-1,-1 0 0,1 0 1,0-1-1,0 1 1,0 0-1,0 0 0,0 0 1,0 0-1,0-1 0,0 1 1,0 0-1,0 0 1,0 0-1,0-1 0,-2-13 201,3-12-1683,3 14-5342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2:50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24575,'-2'104'0,"5"111"0,-3-214 0,0 1 0,0-1 0,0 0 0,0 1 0,0-1 0,1 1 0,-1-1 0,0 0 0,1 1 0,0-1 0,-1 0 0,1 0 0,0 1 0,-1-1 0,1 0 0,0 0 0,0 0 0,0 0 0,0 0 0,0 0 0,0 0 0,0 0 0,1 0 0,-1-1 0,0 1 0,3 1 0,-1-2 0,-1 1 0,1-1 0,0 0 0,0 0 0,0 0 0,0 0 0,0-1 0,0 1 0,-1-1 0,1 1 0,0-1 0,4-2 0,1 0 0,-1-1 0,0 1 0,0-1 0,0-1 0,-1 1 0,1-1 0,-1-1 0,0 1 0,6-8 0,9-18 0,0-1 0,-2 0 0,16-41 0,-6 21 0,-24 98 0,-6 82-1365,1-113-5461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2:50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24575,'-1'68'0,"3"76"0,-2-142 0,0-1 0,0 0 0,0 0 0,0 0 0,0 0 0,0 1 0,0-1 0,1 0 0,-1 0 0,0 0 0,1 0 0,-1 0 0,1 0 0,-1 0 0,1 0 0,0 0 0,-1 0 0,1 0 0,0 0 0,0 0 0,0 0 0,0-1 0,-1 1 0,1 0 0,2 0 0,-1 0 0,-1-1 0,1 0 0,-1 0 0,1 0 0,-1-1 0,1 1 0,0 0 0,-1-1 0,1 1 0,-1-1 0,1 1 0,-1-1 0,0 1 0,1-1 0,-1 0 0,2-1 0,10-8 0,-2 0 0,1 0 0,10-14 0,-13 15 0,12-15 0,-1 0 0,-2-1 0,29-50 0,-47 74 0,0 1 0,0 0 0,0-1 0,0 1 0,0 0 0,0 0 0,0 0 0,0-1 0,0 1 0,0 0 0,1 0 0,-1 0 0,0-1 0,0 1 0,0 0 0,0 0 0,0 0 0,0 0 0,1-1 0,-1 1 0,0 0 0,0 0 0,0 0 0,0 0 0,1 0 0,-1 0 0,0-1 0,0 1 0,0 0 0,1 0 0,-1 0 0,0 0 0,0 0 0,0 0 0,1 0 0,-1 0 0,0 0 0,0 0 0,0 0 0,1 0 0,-1 0 0,0 0 0,0 0 0,0 0 0,1 0 0,-1 0 0,0 1 0,0-1 0,0 0 0,1 0 0,-1 0 0,0 0 0,5 15 0,-2 20 0,-6 15 0,2-38 0,0 1 0,0 0 0,1-1 0,1 1 0,0-1 0,1 1 0,0-1 0,4 13 0,-5-24 4,-1 1 0,1-1-1,-1 1 1,1-1-1,0 0 1,0 1 0,0-1-1,0 0 1,0 0 0,0 1-1,0-1 1,1 0-1,-1 0 1,0 0 0,0 0-1,1-1 1,-1 1 0,1 0-1,-1-1 1,1 1-1,-1-1 1,1 1 0,-1-1-1,1 0 1,-1 1 0,1-1-1,0 0 1,-1 0-1,1 0 1,-1 0 0,1 0-1,1-1 1,2 0-139,-1-1 0,0 1 0,0-1 0,0 1 0,0-1 0,0-1 0,-1 1 0,1-1 0,0 1 0,3-5 0,4-3-6691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2:51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24575,'3'0'0,"4"0"0,4 0 0,3 0 0,2 0 0,4 3 0,2 0 0,0 1 0,0-1 0,-2-1 0,0 0 0,-2-2 0,0 1 0,-3-1-8191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1:04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22 24575,'-10'0'0,"0"1"0,0 1 0,0-1 0,0 2 0,1-1 0,-1 1 0,1 1 0,0 0 0,0 0 0,0 0 0,1 1 0,-1 1 0,1-1 0,0 2 0,1-1 0,-1 1 0,-6 8 0,5-5 0,0 1 0,0 1 0,2 0 0,-1 0 0,1 0 0,1 1 0,0 0 0,1 0 0,1 0 0,0 1 0,-3 19 0,0 8 0,3-20 0,1 1 0,-1 37 0,4-52 0,1 0 0,-1 1 0,2-1 0,-1 1 0,1-1 0,0 0 0,1 0 0,0 0 0,0 0 0,0-1 0,8 12 0,89 110 0,-95-123 0,0-1 0,0 0 0,1 0 0,-1 0 0,1-1 0,0 0 0,0 0 0,0-1 0,1 1 0,-1-2 0,0 1 0,1 0 0,-1-1 0,1 0 0,8-1 0,14 1 0,-1-1 0,32-5 0,-58 5 0,2 0 0,0-1 0,-1 0 0,0 0 0,1 0 0,-1-1 0,0 1 0,0-1 0,1 0 0,-1 0 0,-1 0 0,1 0 0,0 0 0,0-1 0,-1 1 0,1-1 0,-1 0 0,0 0 0,0 0 0,0 0 0,0 0 0,-1 0 0,3-6 0,3-9 0,-1-1 0,0 1 0,2-23 0,0 8 0,-4 13 0,-1 1 0,-1-1 0,0 0 0,-2 0 0,0 0 0,-1 0 0,-4-20 0,-2 2 0,-2-1 0,-22-58 0,-30-17 0,56 101-1365,1 3-5461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1:05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336 16 24575,'0'-1'0,"0"0"0,-1 0 0,1 0 0,-1 0 0,1 0 0,-1 1 0,1-1 0,-1 0 0,1 0 0,-1 1 0,0-1 0,1 0 0,-1 1 0,0-1 0,0 1 0,0-1 0,1 1 0,-1-1 0,0 1 0,0 0 0,0-1 0,0 1 0,0 0 0,0 0 0,0-1 0,1 1 0,-1 0 0,0 0 0,0 0 0,0 0 0,0 0 0,-2 1 0,-32 3 0,23 2 0,-1 0 0,1 1 0,1 0 0,-1 1 0,1 0 0,1 1 0,-17 16 0,-61 76 0,81-93 0,1 1 0,0 0 0,1 0 0,0 0 0,0 1 0,1-1 0,0 1 0,-3 14 0,2 2 0,1 1 0,0 28 0,4-55 0,-8 72 0,-1 33 0,10-93-136,0-1-1,1 1 1,0 0-1,1-1 1,0 1-1,0-1 1,2 0-1,-1 0 0,8 12 1,-5-10-6690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1:06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0 817 24575,'2'-13'0,"-1"1"0,2-1 0,0 1 0,0 0 0,1 0 0,10-20 0,6-22 0,44-203 0,-52 222 0,2 1 0,2 1 0,21-34 0,12-24 0,-49 89 0,1 0 0,0 0 0,0 0 0,0 0 0,0 0 0,0 0 0,1 1 0,-1-1 0,0 1 0,1-1 0,-1 1 0,1-1 0,-1 1 0,1 0 0,0 0 0,0-1 0,0 1 0,-1 1 0,1-1 0,0 0 0,0 0 0,0 1 0,0-1 0,4 0 0,-4 2 0,0-1 0,0 1 0,-1-1 0,1 1 0,0 0 0,-1 0 0,1 0 0,-1 0 0,1 0 0,-1 0 0,0 0 0,1 0 0,-1 1 0,0-1 0,0 0 0,0 1 0,0-1 0,0 1 0,0-1 0,0 1 0,0 0 0,-1-1 0,1 1 0,-1 0 0,1-1 0,-1 1 0,0 0 0,1 0 0,-1 1 0,54 299 0,-41-236 0,35 107 0,-43-155 0,6 21 0,-10-37 0,-1 0 0,1-1 0,-1 1 0,1-1 0,0 1 0,0-1 0,-1 1 0,1-1 0,0 0 0,0 1 0,1-1 0,-1 0 0,0 0 0,0 1 0,1-1 0,1 1 0,-2-2 0,0 0 0,0 0 0,0-1 0,0 1 0,0 0 0,0 0 0,0-1 0,0 1 0,0-1 0,0 1 0,0-1 0,0 1 0,-1-1 0,1 0 0,0 1 0,0-1 0,-1 0 0,1 0 0,0 0 0,-1 1 0,1-1 0,-1 0 0,1 0 0,-1 0 0,0 0 0,1 0 0,-1 0 0,1-1 0,12-36 0,-11 30 0,17-46 0,-4 11 0,11-52 0,-12 11 0,-8 45 0,1 0 0,2 1 0,14-40 0,6-17 65,-23 69-423,2 0 1,1 1-1,12-27 1,-16 42-6469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1:07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24575,'3'10'0,"-1"-1"0,1 0 0,0 0 0,1-1 0,0 1 0,1-1 0,0 1 0,0-1 0,11 12 0,1 6 0,46 73 0,-5 4 0,59 139 0,-108-208 0,0 0 0,-2 0 0,-2 1 0,-1 0 0,-2-1 0,-1 1 0,-1 0 0,-7 39 0,5-64 0,0 0 0,-1 0 0,0 0 0,-1-1 0,0 1 0,0-1 0,-1 0 0,0 0 0,-1 0 0,0-1 0,-1 0 0,1 0 0,-1 0 0,-13 10 0,-29 3-1365,39-17-5461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3:40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318 43 24575,'-8'0'0,"1"0"0,0 0 0,-1 0 0,1 1 0,0 0 0,0 1 0,0 0 0,-1 0 0,2 0 0,-1 1 0,0 0 0,0 0 0,1 1 0,0 0 0,-10 7 0,2 0 0,1 0 0,0 0 0,1 1 0,0 1 0,-13 18 0,13-14 0,0 1 0,1 0 0,1 0 0,0 1 0,1 0 0,2 1 0,-10 34 0,10-19 0,1 0 0,2 1 0,1 61 0,3-90 0,0 1 0,1-1 0,-1 1 0,2-1 0,-1 0 0,4 12 0,-4-16 0,1 0 0,-1 0 0,1-1 0,0 1 0,-1-1 0,1 1 0,0-1 0,1 0 0,-1 1 0,0-1 0,1 0 0,-1-1 0,1 1 0,-1 0 0,1-1 0,0 1 0,0-1 0,4 1 0,6 3 0,0-1 0,0-1 0,0 0 0,1-1 0,22 1 0,-30-3 0,0-1 0,1 1 0,-1-1 0,1 0 0,-1 0 0,0-1 0,0 0 0,0 0 0,0 0 0,0-1 0,0 0 0,-1 0 0,1-1 0,4-3 0,11-10 0,-1 1 0,1-1 0,-2-1 0,-1-1 0,27-34 0,-34 38 0,-1-1 0,-1 0 0,-1-1 0,0 0 0,-1 0 0,0-1 0,-2 0 0,0 0 0,-1 0 0,-1-1 0,-1 1 0,0-1 0,-2-26 0,0 20 0,1 16 0,-1 0 0,0 0 0,-1 0 0,0 0 0,0 0 0,-1 0 0,0 0 0,0 0 0,-1 1 0,-7-17 0,-25-63-1365,30 78-5461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3:40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41 24575,'0'-1'0,"0"-1"0,1 1 0,-1-1 0,0 1 0,0-1 0,0 1 0,0-1 0,0 1 0,-1-1 0,1 1 0,0-1 0,-1 1 0,1 0 0,-1-1 0,1 1 0,-1 0 0,0-1 0,0 1 0,1 0 0,-1 0 0,0 0 0,0-1 0,0 1 0,0 0 0,0 0 0,0 0 0,-1 1 0,1-1 0,0 0 0,0 0 0,-1 1 0,-1-2 0,1 3 0,0-1 0,0 1 0,1-1 0,-1 1 0,0-1 0,0 1 0,0 0 0,0 0 0,1 0 0,-1 0 0,0 0 0,1 1 0,-1-1 0,1 0 0,-1 1 0,1-1 0,0 1 0,0-1 0,0 1 0,0 0 0,0-1 0,0 1 0,-2 4 0,-14 33 0,-24 75 0,31-83 0,5-17 0,-5 14 0,2 0 0,0 0 0,2 1 0,0 0 0,-1 47 0,8 135-1365,-1-196-5461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3:42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1 650 24575,'2'-15'0,"0"0"0,1 0 0,1 1 0,1-1 0,0 1 0,13-27 0,-4 8 0,8-34 0,-2 0 0,-4-1 0,11-98 0,-26 153 0,5-27 0,-6 39 0,0-1 0,0 1 0,0 0 0,1 0 0,-1-1 0,1 1 0,-1 0 0,1 0 0,-1 0 0,1 0 0,0 0 0,-1 0 0,1 0 0,0 0 0,0 0 0,0 0 0,0 0 0,0 0 0,0 0 0,0 1 0,0-1 0,0 0 0,2 0 0,-2 1 0,0 1 0,0-1 0,0 1 0,0-1 0,0 0 0,0 1 0,0 0 0,0-1 0,0 1 0,0 0 0,0-1 0,0 1 0,-1 0 0,1 0 0,0 0 0,0 0 0,-1 0 0,1 0 0,-1 0 0,1 0 0,-1 0 0,1 0 0,-1 0 0,1 0 0,-1 0 0,0 1 0,0 1 0,8 32 0,5 53 0,-2-24 0,4 122 0,-17-145 0,0 42 0,2-77 0,0-1 0,1 1 0,0 0 0,0-1 0,1 1 0,-1-1 0,1 1 0,0-1 0,1 0 0,5 10 0,-7-14 0,-1 0 0,1 0 0,0 0 0,0-1 0,0 1 0,0 0 0,0-1 0,-1 1 0,1 0 0,1-1 0,-1 1 0,0-1 0,0 1 0,0-1 0,0 0 0,0 0 0,0 1 0,0-1 0,0 0 0,1 0 0,-1 0 0,0 0 0,0 0 0,0 0 0,0 0 0,1-1 0,-1 1 0,0 0 0,0-1 0,0 1 0,0-1 0,0 1 0,0-1 0,0 1 0,0-1 0,0 0 0,0 1 0,0-1 0,-1 0 0,1 0 0,0 0 0,0 0 0,-1 0 0,1 0 0,1-1 0,6-8 0,-1-1 0,0 0 0,7-14 0,-7 14 0,7-15 0,0 0 0,-2 0 0,0-1 0,-2-1 0,-1 0 0,7-40 0,8-20 0,-16 61 0,10-53 0,-8 30 55,2-23-1475,-12 58-5406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3:43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0 475 24575,'0'1'0,"1"0"0,-1-1 0,0 1 0,1 0 0,-1 0 0,0 0 0,1-1 0,-1 1 0,1 0 0,-1-1 0,1 1 0,-1 0 0,1-1 0,-1 1 0,1-1 0,0 1 0,-1 0 0,1-1 0,0 0 0,-1 1 0,1-1 0,0 1 0,0-1 0,0 0 0,-1 0 0,1 1 0,0-1 0,0 0 0,0 0 0,0 0 0,-1 0 0,1 0 0,0 0 0,0 0 0,0 0 0,0 0 0,0-1 0,-1 1 0,1 0 0,0 0 0,0-1 0,-1 1 0,1-1 0,1 0 0,36-17 0,-20 1 0,0 0 0,-2-2 0,0 0 0,-2-1 0,22-36 0,-29 41 0,0 0 0,-1-1 0,-1 0 0,0 0 0,-1 0 0,0 0 0,-2-1 0,0 1 0,0-23 0,-2 17 0,1 8 0,0 0 0,-2 0 0,-2-16 0,3 28 0,0 0 0,0 0 0,-1 0 0,1 0 0,-1 0 0,1 0 0,-1 0 0,0 0 0,0 0 0,0 0 0,0 0 0,0 1 0,0-1 0,-1 0 0,1 1 0,0-1 0,-1 1 0,0-1 0,1 1 0,-1 0 0,0 0 0,1-1 0,-1 1 0,0 1 0,0-1 0,0 0 0,-3-1 0,2 2 0,1 0 0,-1 1 0,1-1 0,0 1 0,-1-1 0,1 1 0,0 0 0,-1-1 0,1 1 0,0 1 0,0-1 0,0 0 0,0 0 0,0 1 0,0-1 0,0 1 0,0 0 0,1-1 0,-1 1 0,1 0 0,-1 0 0,1 0 0,0 0 0,-1 0 0,1 0 0,-1 4 0,-4 7 0,1-1 0,0 1 0,-4 15 0,-7 29 0,-27 117 0,39-136 0,2 0 0,3 59 0,1-23 0,-2-70-105,0 0 0,0 0 0,0 0 0,1 0 0,-1 0 0,1 0 0,0 0 0,1 0 0,-1 0 0,0 0 0,1 0 0,3 4 0,2 0-6721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3:44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71 24575,'0'-4'0,"0"0"0,0-1 0,-1 1 0,1 0 0,-1 0 0,0 0 0,0 0 0,0-1 0,-1 1 0,1 1 0,-1-1 0,0 0 0,-4-5 0,6 8 0,-1 0 0,0 1 0,1-1 0,-1 0 0,0 1 0,0-1 0,0 1 0,0-1 0,0 1 0,0-1 0,0 1 0,0-1 0,0 1 0,0 0 0,0 0 0,0 0 0,0 0 0,0-1 0,0 1 0,0 0 0,-1 1 0,-1-1 0,1 1 0,-1 0 0,1 0 0,-1 0 0,1 1 0,0-1 0,-1 0 0,1 1 0,0 0 0,0-1 0,0 1 0,-1 2 0,-7 7 0,1 0 0,0 1 0,0 0 0,2 1 0,0 0 0,0 0 0,1 0 0,0 1 0,2 0 0,-1 0 0,2 0 0,0 1 0,0-1 0,2 1 0,0 0 0,0-1 0,3 22 0,-2-35 0,0 1 0,0 0 0,1 0 0,-1 0 0,1-1 0,0 1 0,-1 0 0,1-1 0,0 1 0,0 0 0,0-1 0,0 1 0,0-1 0,0 1 0,0-1 0,1 0 0,-1 1 0,0-1 0,1 0 0,-1 0 0,1 0 0,0 0 0,2 1 0,0-1 0,-1 0 0,1 0 0,0 0 0,0 0 0,0-1 0,0 0 0,-1 1 0,1-1 0,0-1 0,0 1 0,5-2 0,-5 2 0,0-1 0,1 0 0,-1 0 0,0 0 0,0-1 0,0 1 0,0-1 0,0 0 0,-1 0 0,1-1 0,0 1 0,-1-1 0,0 1 0,1-1 0,-1 0 0,0 0 0,-1-1 0,1 1 0,-1-1 0,1 1 0,-1-1 0,2-5 0,3-19-455,-2 0 0,3-55 0,-8 68-6371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3:45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96 24575,'0'-5'0,"0"0"0,0 1 0,0-1 0,-1 1 0,0-1 0,0 1 0,0-1 0,-1 1 0,1 0 0,-1 0 0,0-1 0,0 1 0,-1 0 0,1 1 0,-1-1 0,0 0 0,0 1 0,-5-6 0,5 8 0,1-1 0,-1 1 0,1 0 0,-1 0 0,1 0 0,-1 0 0,1 1 0,-1-1 0,0 1 0,1-1 0,-1 1 0,0 0 0,0 0 0,1 0 0,-1 0 0,0 1 0,1-1 0,-1 1 0,0 0 0,1 0 0,-1 0 0,1 0 0,-1 0 0,1 0 0,0 0 0,-1 1 0,1 0 0,0-1 0,0 1 0,0 0 0,0 0 0,-2 3 0,-6 5 0,1 1 0,0 0 0,1 0 0,0 1 0,1 0 0,0 0 0,1 1 0,1 0 0,0 0 0,0 0 0,1 1 0,1-1 0,0 1 0,1 0 0,1 0 0,0 0 0,1 18 0,1-30 0,-1 1 0,1 0 0,0 0 0,0-1 0,0 1 0,0 0 0,0-1 0,0 1 0,1-1 0,-1 0 0,1 1 0,-1-1 0,1 0 0,0 0 0,0 0 0,0 0 0,0 0 0,1-1 0,-1 1 0,0 0 0,1-1 0,-1 0 0,1 0 0,0 0 0,-1 0 0,1 0 0,0 0 0,-1 0 0,1-1 0,0 0 0,0 1 0,0-1 0,-1 0 0,1 0 0,4-1 0,-2 1 0,1-1 0,-1 1 0,1-1 0,-1 0 0,1-1 0,-1 1 0,0-1 0,0 0 0,0-1 0,0 1 0,0-1 0,0 0 0,0 0 0,-1 0 0,0-1 0,1 1 0,3-6 0,56-90 0,-33 39 0,2-2 0,-33 62 0,0-1 0,0 1 0,0-1 0,1 1 0,-1 0 0,0-1 0,0 1 0,0 0 0,1-1 0,-1 1 0,0 0 0,0-1 0,1 1 0,-1 0 0,0-1 0,1 1 0,-1 0 0,0 0 0,1 0 0,-1-1 0,0 1 0,1 0 0,-1 0 0,0 0 0,1 0 0,-1 0 0,1 0 0,-1-1 0,0 1 0,1 0 0,-1 0 0,1 0 0,-1 0 0,0 0 0,1 1 0,-1-1 0,1 0 0,0 0 0,3 17 0,-6 24 0,-8-2 0,-1-1 0,-2-1 0,-1 0 0,-2-1 0,-25 40 0,20-35 0,14-25 0,-1 1 0,0-1 0,-1-1 0,-1 0 0,-1 0 0,0-1 0,-1 0 0,-24 22 0,34-34 0,0-1 0,0 1 0,-1-1 0,1 0 0,0 0 0,-1 0 0,1 0 0,-1-1 0,1 1 0,-1 0 0,1-1 0,-1 0 0,1 0 0,-1 0 0,1 0 0,-1 0 0,0 0 0,1 0 0,-1-1 0,1 0 0,-1 1 0,-2-2 0,5 1 0,0 0 0,0 0 0,0 0 0,0 0 0,0 1 0,0-1 0,0 0 0,0 0 0,1 0 0,-1 1 0,0-1 0,1 0 0,-1 0 0,0 1 0,1-1 0,-1 0 0,1 1 0,-1-1 0,1 0 0,-1 1 0,1-1 0,0 1 0,-1-1 0,1 1 0,0-1 0,21-18 0,-19 16 0,78-61-1365,-69 52-5461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3:46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0 747 24575,'2'0'0,"0"-1"0,0 0 0,-1 1 0,1-1 0,0 0 0,0 0 0,-1 0 0,1 0 0,-1-1 0,1 1 0,-1 0 0,1-1 0,-1 1 0,0-1 0,1 1 0,-1-1 0,0 1 0,1-4 0,19-37 0,-18 38 0,24-62 0,27-104 0,-1-42 0,-35 111 0,3-6 0,-21 106 0,0 0 0,0 0 0,0 0 0,0 0 0,1 0 0,-1 0 0,0 0 0,1 0 0,-1 0 0,1 0 0,-1 0 0,1 1 0,-1-1 0,1 0 0,0 0 0,-1 1 0,1-1 0,0 0 0,0 1 0,0-1 0,1 0 0,-2 1 0,1 0 0,0 0 0,-1 0 0,1 1 0,-1-1 0,1 0 0,0 0 0,-1 1 0,1-1 0,-1 0 0,1 1 0,-1-1 0,1 1 0,-1-1 0,1 1 0,-1-1 0,1 1 0,-1-1 0,0 1 0,1-1 0,-1 1 0,0-1 0,1 2 0,1 3 0,1 0 0,-1 0 0,0 0 0,-1 0 0,1 0 0,0 9 0,0 306 0,-4-158 0,2-153 0,-1 5 0,1 1 0,0-1 0,1 1 0,1-1 0,0 1 0,1-1 0,1 0 0,6 17 0,-10-30 0,1 0 0,-1 0 0,1 0 0,-1 0 0,1 0 0,-1 0 0,1 0 0,0 0 0,-1 0 0,1 0 0,0-1 0,0 1 0,0 0 0,0-1 0,0 1 0,0 0 0,0-1 0,0 1 0,0-1 0,0 1 0,0-1 0,0 0 0,0 1 0,0-1 0,0 0 0,0 0 0,0 0 0,0 0 0,2 0 0,-1-1 0,1 0 0,-1 0 0,1 0 0,-1 0 0,1 0 0,-1-1 0,0 1 0,0-1 0,0 1 0,0-1 0,4-4 0,4-6 0,-1 0 0,0-1 0,8-15 0,-17 28 0,40-69 0,72-135 0,-97 167 0,16-58 0,-15 43 0,32-60 0,-44 100-1365,1 2-5461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3:47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1 24575,'3'3'0,"1"0"0,-1 0 0,0 0 0,1 1 0,-1-1 0,-1 1 0,1 0 0,3 7 0,-3-6 0,3 6 0,0-1 0,-1 1 0,-1 1 0,0-1 0,0 1 0,-1-1 0,0 1 0,-1 0 0,0 14 0,0 21 0,-4 50 0,-1-23 0,4-45 0,-2 1 0,0-1 0,-2 0 0,-2 1 0,-9 32 0,-74 223 0,74-236 0,-8 20 0,2 15-1365,17-72-5461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3:48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0 24575,'-5'1'0,"0"0"0,0 0 0,0 1 0,1-1 0,-1 1 0,0 0 0,1 0 0,-1 0 0,1 1 0,0 0 0,0 0 0,0 0 0,0 0 0,1 1 0,-1-1 0,1 1 0,-4 5 0,-8 11 0,1 0 0,-12 23 0,-37 87 0,56-114 0,1 1 0,1 1 0,1-1 0,0 0 0,1 1 0,1 0 0,1 0 0,1 23 0,-1 6 0,-11 65 0,7-60 43,-5 26-1451,7-66-5418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3:56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24575,'283'0'-1365,"-268"0"-5461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3:57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76 24575,'0'-5'0,"-1"0"0,0 0 0,0 0 0,0-1 0,-1 1 0,-3-8 0,5 11 0,-1 0 0,0 0 0,0 0 0,0 0 0,-1 0 0,1 0 0,0 0 0,-1 1 0,1-1 0,-1 0 0,1 1 0,-1-1 0,0 1 0,0-1 0,0 1 0,0 0 0,-3-2 0,4 4 0,0-1 0,-1 0 0,1 0 0,0 0 0,0 1 0,0-1 0,0 1 0,0-1 0,0 1 0,0-1 0,0 1 0,0-1 0,0 1 0,0 0 0,0 0 0,0 0 0,0-1 0,0 1 0,1 0 0,-1 0 0,0 0 0,1 0 0,-1 0 0,1 0 0,-1 0 0,1 1 0,-1-1 0,1 0 0,0 0 0,-1 0 0,1 0 0,0 0 0,0 1 0,0 0 0,-6 43 0,7-23 0,0 1 0,7 35 0,-4-33 0,2 44 0,-5-1 0,-3 75 0,1-135 11,0-1 0,0 0 0,-1 0 0,0 0 0,0 0 0,-1 0-1,0 0 1,0-1 0,-1 1 0,-5 7 0,7-10-89,-1-1 0,0 0 0,0 0-1,0 0 1,0 0 0,0-1 0,0 1 0,-1-1 0,1 0-1,-1 0 1,0 0 0,0 0 0,0-1 0,0 1 0,0-1-1,0 0 1,0 0 0,-7 0 0,-4-1-6748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3:58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42 24575,'-2'0'0,"1"-1"0,0 1 0,0-1 0,-1 0 0,1 1 0,0-1 0,0 0 0,0 0 0,0 1 0,0-1 0,0 0 0,0 0 0,0 0 0,0 0 0,0 0 0,0-1 0,1 1 0,-1 0 0,0 0 0,0-3 0,-15-15 0,15 19 0,0-1 0,0 1 0,0 0 0,1 0 0,-1 0 0,0 0 0,0 0 0,0 0 0,0 0 0,0 0 0,0 0 0,0 0 0,0 1 0,0-1 0,0 0 0,0 1 0,0-1 0,0 0 0,1 1 0,-1-1 0,0 1 0,0 0 0,0-1 0,1 1 0,-1 0 0,0-1 0,1 1 0,-1 1 0,-9 9 0,2 1 0,0 0 0,0 1 0,1 0 0,0 0 0,2 0 0,-1 1 0,2 0 0,-7 28 0,-1 1 0,7-17 0,0 0 0,2 1 0,1-1 0,2 1 0,0-1 0,6 35 0,-6-58 0,0-1 0,0 1 0,1-1 0,-1 1 0,1-1 0,0 0 0,-1 1 0,1-1 0,0 0 0,1 0 0,-1 1 0,0-1 0,1 0 0,-1 0 0,1 0 0,-1-1 0,1 1 0,0 0 0,0-1 0,0 1 0,0-1 0,0 1 0,0-1 0,0 0 0,0 0 0,1 0 0,-1 0 0,0 0 0,1-1 0,-1 1 0,1-1 0,-1 1 0,5-1 0,-2 0 0,-1 0 0,1-1 0,-1 1 0,1-1 0,-1 0 0,0 0 0,1 0 0,-1-1 0,0 0 0,0 0 0,0 0 0,0 0 0,0 0 0,0-1 0,-1 0 0,1 1 0,5-8 0,-1 0 9,0 0 0,-1-1-1,0-1 1,-1 1 0,0-1 0,-1 0-1,0 0 1,-1-1 0,0 1 0,2-20-1,-1-7-300,-2 0 0,-3-45-1,0 54-291,0 15-6242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3:59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24575,'1'86'0,"-3"93"0,1-169 0,-2 0 0,1 0 0,-1-1 0,-5 13 0,5-16 0,0 1 0,0 0 0,1 0 0,0 0 0,1 1 0,-1-1 0,2 0 0,-1 10 0,13-32 0,2-11 0,86-191 0,-54 137 0,-35 62 0,-10 16 3,-1 1-1,1 0 1,0-1-1,-1 1 1,1 0-1,0 0 1,0-1 0,0 1-1,0 0 1,0 0-1,1 0 1,-1 0-1,0 0 1,0 0-1,1 1 1,-1-1-1,1 0 1,-1 1-1,0-1 1,1 1 0,-1-1-1,1 1 1,-1-1-1,1 1 1,-1 0-1,1 0 1,0 0-1,-1 0 1,1 0-1,1 1 1,2 1-78,-1 0 0,1 0 1,-1 0-1,0 1 0,0 0 1,0 0-1,6 6 0,1 0-771,-1-1-5980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4:00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1 24575,'1'27'0,"-2"0"0,-1 1 0,-1-1 0,-1 0 0,-12 42 0,10-51 0,-53 185 0,53-175 0,1 1 0,1 0 0,2 0 0,1 0 0,3 36 0,-2-63-105,1 0 0,-1 0 0,0 0 0,1-1 0,-1 1 0,1 0 0,0 0 0,0 0 0,-1-1 0,1 1 0,0 0 0,2 1 0,5 5-6721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4:00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24575,'3'0'0,"4"0"0,4 0 0,3 0 0,2 0 0,1 0 0,1 0 0,1 0 0,-1 0 0,1 0 0,-1 0 0,-3 3 0,-4 1-8191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4:02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9 24575,'0'-3'0,"-3"-1"0,-1 3 0,0 5 0,1 5 0,1 3 0,1 3 0,3-1 0,5-3 0,4-3 0,3-3 0,2-3 0,1-1 0,-1-1-8191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4:06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442 233 24575,'-2'-14'0,"-1"1"0,0-1 0,0 0 0,-1 1 0,-1 0 0,-1 0 0,0 0 0,0 1 0,-1 0 0,-1 0 0,0 1 0,0 0 0,-1 0 0,-1 0 0,0 2 0,-12-11 0,19 18 0,0 0 0,0 0 0,0 0 0,0 1 0,0-1 0,0 1 0,-1 0 0,1 0 0,0 0 0,-1 0 0,1 1 0,0 0 0,-1-1 0,1 1 0,-1 0 0,1 0 0,-1 1 0,-4 0 0,2 1 0,1 0 0,-1 0 0,0 1 0,1 0 0,0 0 0,0 0 0,0 0 0,0 1 0,-8 8 0,2 0 0,0 0 0,1 1 0,0 0 0,2 1 0,-1 0 0,1 0 0,-6 18 0,8-16 0,2 1 0,-1 0 0,2 0 0,0 0 0,1 0 0,1 0 0,1 1 0,0-1 0,1 0 0,1 1 0,1-1 0,0 0 0,1 0 0,1-1 0,12 29 0,-10-20 0,-2 1 0,0-1 0,-2 1 0,-1-1 0,-1 1 0,-1 0 0,-6 43 0,6-60-54,-1 0-1,0 0 0,-1 0 1,0 0-1,0-1 1,-1 1-1,0 0 0,0-1 1,-1 0-1,0 0 1,-1 0-1,0 0 0,0-1 1,-1 0-1,1 0 0,-2 0 1,1-1-1,-1 0 1,0 0-1,0 0 0,0-1 1,-1 0-1,0-1 1,-13 6-1,10-6-6771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4:07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355 109 24575,'-28'-44'0,"25"37"0,0 0 0,-1 1 0,0-1 0,0 1 0,-1 0 0,-6-6 0,10 10 0,-1 1 0,0-1 0,0 1 0,0 0 0,-1 0 0,1 0 0,0 0 0,0 0 0,-1 0 0,1 1 0,0-1 0,-1 1 0,1-1 0,-1 1 0,1 0 0,0 0 0,-1 0 0,1 0 0,-1 1 0,1-1 0,0 1 0,-1-1 0,1 1 0,-3 1 0,0 0 0,0 1 0,0-1 0,0 1 0,0 1 0,1-1 0,-1 0 0,1 1 0,0 0 0,0 0 0,-5 8 0,-36 53 0,31-42 0,-3 3 0,2 0 0,1 1 0,1 0 0,1 1 0,2 0 0,0 1 0,2 0 0,2 1 0,0 0 0,2 0 0,1 0 0,2 43 0,1-65 0,0 0 0,0 0 0,1 0 0,0 0 0,0 0 0,1 0 0,0-1 0,0 1 0,6 11 0,-5-15 0,0 0 0,0 0 0,0-1 0,1 1 0,-1 0 0,1-1 0,0 0 0,0 0 0,0 0 0,1-1 0,-1 0 0,1 1 0,-1-1 0,1-1 0,0 1 0,6 1 0,7 2 0,0 0 0,0-2 0,0 0 0,1-1 0,-1-1 0,21 0 0,-31-2 0,0 0 0,0 0 0,0-1 0,0 0 0,0 0 0,0-1 0,0 0 0,-1 0 0,1-1 0,-1 0 0,0-1 0,0 1 0,0-1 0,-1 0 0,11-11 0,-9 7 0,-1 0 0,1-1 0,-2 0 0,1 0 0,-1 0 0,-1-1 0,0 1 0,0-1 0,-1-1 0,-1 1 0,0 0 0,0-1 0,1-22 0,3-17 0,-2 11 0,-1-46 0,-4 55-273,-2 1 0,-2-1 0,0 1 0,-15-48 0,16 66-6553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4:08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 24575,'1'0'0,"0"1"0,0-1 0,0 1 0,0-1 0,0 1 0,0-1 0,0 1 0,-1 0 0,1 0 0,0-1 0,-1 1 0,1 0 0,0 0 0,-1 0 0,1 0 0,-1 0 0,1 0 0,-1 0 0,0 0 0,1 0 0,-1 0 0,0 0 0,0 0 0,0 0 0,1 0 0,-1 0 0,-1 2 0,4 35 0,-3-34 0,1 23 0,-3 162 0,0-173 0,-1 0 0,-9 27 0,7-28 0,1-1 0,1 1 0,-3 24 0,1-9 0,3-25 0,1 0 0,0 0 0,0-1 0,1 1 0,-1 0 0,1 0 0,0 0 0,1 7 0,-1-12 0,1 1 0,-1-1 0,1 0 0,-1 1 0,1-1 0,-1 0 0,1 0 0,-1 1 0,1-1 0,-1 0 0,1 0 0,-1 0 0,1 0 0,-1 0 0,1 0 0,-1 1 0,1-1 0,0-1 0,-1 1 0,1 0 0,-1 0 0,1 0 0,-1 0 0,1 0 0,-1 0 0,1-1 0,-1 1 0,1 0 0,-1 0 0,1-1 0,-1 1 0,1 0 0,-1-1 0,0 1 0,1 0 0,-1-1 0,0 1 0,1-1 0,-1 1 0,0-1 0,1 1 0,-1-1 0,20-19 0,18-36 0,-2-1 0,50-107 0,-81 154 0,0 0 0,1 0 0,1 0 0,0 1 0,0 0 0,1 0 0,15-13 0,-22 22 0,0-1 0,0 1 0,0 0 0,0-1 0,1 1 0,-1 0 0,0 0 0,0-1 0,1 1 0,-1 0 0,0 0 0,0 0 0,1 1 0,-1-1 0,0 0 0,0 0 0,1 1 0,-1-1 0,0 1 0,0-1 0,0 1 0,0-1 0,2 2 0,29 25 0,-29-23 0,0-1 0,0 0 0,1 0 0,0 0 0,0 0 0,0 0 0,8 3 0,-5-5-114,-1-1 1,1 0-1,0 0 0,0 0 0,-1-1 1,1-1-1,0 1 0,-1-1 0,1 0 1,-1 0-1,7-4 0,1 1-6712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4:08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 24575,'1'44'0,"-2"-1"0,-2 1 0,-2-1 0,-11 49 0,1-30 0,-20 67 0,22-91 0,3 1 0,1 1 0,2 0 0,2 0 0,1 0 0,2 43 0,3-78-30,-1-1 0,1 0-1,0 1 1,0-1 0,0 0-1,1 0 1,0 0 0,-1 0-1,1 0 1,1 0 0,-1 0-1,1-1 1,-1 1 0,1-1-1,0 0 1,0 0-1,0 0 1,1 0 0,-1 0-1,1-1 1,-1 0 0,1 1-1,0-1 1,0-1 0,0 1-1,0 0 1,0-1 0,1 0-1,-1 0 1,0 0 0,1-1-1,-1 1 1,0-1 0,1 0-1,-1 0 1,0-1 0,1 1-1,-1-1 1,0 0 0,1 0-1,-1-1 1,0 1 0,0-1-1,7-4 1,1-2-6796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4:09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24575,'0'2'0,"1"0"0,-1 0 0,1 0 0,-1 0 0,1 0 0,0 0 0,0-1 0,0 1 0,0 0 0,0 0 0,1-1 0,-1 1 0,0-1 0,1 1 0,-1-1 0,1 0 0,0 1 0,-1-1 0,1 0 0,3 1 0,0 1 0,0 0 0,0-1 0,0 0 0,0 0 0,0 0 0,9 1 0,10-1 23,0-1 0,37-4 0,-44 1-228,1 1 0,-1 0 1,0 1-1,0 1 0,1 1 0,27 7 0,-34-5-6621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4:09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13 324 24575,'13'0'0,"-1"-1"0,0-1 0,1 0 0,-1 0 0,0-1 0,0-1 0,0 0 0,-1 0 0,1-2 0,-1 1 0,0-1 0,-1-1 0,1 0 0,-1 0 0,9-10 0,-13 11 0,-1 1 0,0 0 0,0-1 0,-1 0 0,0 0 0,0-1 0,0 1 0,-1-1 0,0 0 0,0 0 0,0 0 0,-1 0 0,0 0 0,-1 0 0,0-1 0,0 1 0,0 0 0,-1-1 0,0 1 0,0-1 0,-1 1 0,0-1 0,-1 1 0,1 0 0,-1 0 0,-5-11 0,6 15 0,0 0 0,0 0 0,0 0 0,-1 0 0,1 0 0,-1 0 0,0 0 0,0 1 0,0-1 0,0 0 0,-1 1 0,1 0 0,-1 0 0,1-1 0,-1 1 0,0 1 0,0-1 0,0 0 0,-3-1 0,3 3 0,0 0 0,1 0 0,-1 0 0,0 0 0,0 0 0,0 0 0,0 1 0,0 0 0,1-1 0,-1 1 0,0 0 0,0 0 0,1 0 0,-1 1 0,1-1 0,-1 1 0,1-1 0,0 1 0,-1 0 0,1 0 0,-3 4 0,-9 8 0,0 2 0,1 0 0,1 0 0,1 1 0,0 1 0,1-1 0,1 2 0,0-1 0,2 2 0,0-1 0,-4 24 0,7-31 0,1-1 0,1 1 0,0 0 0,0 0 0,1 0 0,1 0 0,1 14 0,-1-21 0,1-1 0,1 1 0,-1 0 0,1-1 0,-1 1 0,1-1 0,0 1 0,1-1 0,-1 0 0,1 0 0,0 0 0,0 0 0,0-1 0,1 1 0,-1-1 0,1 0 0,-1 0 0,1 0 0,0 0 0,8 3 0,3 1-124,1-2 0,-1 0 0,1 0 0,0-1 0,1-1 0,-1-1-1,0 0 1,1-1 0,-1-1 0,21-2 0,-22 1-6702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4:10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0 24575,'1'1'0,"0"-1"0,0 1 0,0 0 0,0-1 0,0 1 0,0 0 0,0-1 0,0 1 0,-1 0 0,1 0 0,0 0 0,0 0 0,-1 0 0,1 0 0,-1 0 0,1 0 0,-1 0 0,1 0 0,-1 0 0,0 0 0,1 1 0,-1-1 0,0 0 0,0 0 0,0 0 0,0 0 0,0 2 0,2 39 0,-2-36 0,2 86 0,-18 143 0,-41 104 0,57-338 0,0-1 0,0 1 0,0 0 0,0 0 0,0-1 0,0 1 0,0 0 0,0-1 0,-1 1 0,1 0 0,0-1 0,0 1 0,-1 0 0,1-1 0,0 1 0,-1-1 0,1 1 0,-1 0 0,1-1 0,-1 1 0,1-1 0,-1 1 0,0 0 0,-9-12 0,-11-45 0,14 36 0,-1 2 0,0 1 0,-1 0 0,-1 1 0,-19-25 0,27 37 0,-1 1 0,0 0 0,-1 0 0,1 0 0,0 0 0,-1 1 0,0-1 0,1 1 0,-1 0 0,0 0 0,-7-2 0,9 3 0,-1 1 0,1 0 0,0-1 0,-1 1 0,1 0 0,-1 1 0,1-1 0,0 0 0,-1 1 0,1-1 0,0 1 0,0 0 0,-1 0 0,1 0 0,0 0 0,0 0 0,0 0 0,0 0 0,0 1 0,0-1 0,1 1 0,-1 0 0,-2 1 0,2 1 0,-1 0 0,1 0 0,-1 0 0,1 0 0,0 0 0,1 0 0,-1 0 0,1 1 0,0-1 0,0 0 0,0 1 0,0 0 0,1-1 0,0 5 0,4 65 0,-4-72 0,1 0 0,-1 0 0,1 0 0,0 0 0,0 0 0,-1 0 0,1 0 0,1 0 0,-1 0 0,0-1 0,0 1 0,1-1 0,-1 1 0,1-1 0,-1 1 0,1-1 0,0 0 0,-1 0 0,1 1 0,0-1 0,0 0 0,0-1 0,0 1 0,0 0 0,0-1 0,0 1 0,0-1 0,0 1 0,0-1 0,3 0 0,11 1 0,-1 0 0,1-2 0,19-2 0,-6 1 0,21-2-1365,-39 1-5461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4:13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0 24575,'1'68'0,"-6"135"0,2-175 0,-1 0 0,-1 0 0,-2 0 0,0-1 0,-14 31 0,9-21 0,10-29 0,-1 1 0,0-1 0,0 0 0,-1 1 0,-6 9 0,9-17 0,1-1 0,0 0 0,0 0 0,0 1 0,0-1 0,0 0 0,0 0 0,0 0 0,0 1 0,-1-1 0,1 0 0,0 0 0,0 0 0,0 0 0,0 1 0,-1-1 0,1 0 0,0 0 0,0 0 0,0 0 0,-1 0 0,1 0 0,0 0 0,0 1 0,-1-1 0,1 0 0,0 0 0,0 0 0,0 0 0,-1 0 0,1 0 0,0 0 0,0 0 0,-1 0 0,1 0 0,0 0 0,0 0 0,-1-1 0,1 1 0,0 0 0,0 0 0,0 0 0,-1 0 0,1 0 0,0 0 0,0 0 0,0-1 0,-1 1 0,-4-16 0,2-20 0,5 20 0,0 0 0,2 1 0,0-1 0,0 1 0,2 0 0,8-17 0,51-88 0,-40 77 0,0 3 0,3 0 0,46-51 0,-74 90 0,1 0 0,-1 1 0,0-1 0,1 1 0,-1-1 0,1 1 0,-1-1 0,0 1 0,1-1 0,-1 1 0,1 0 0,-1-1 0,1 1 0,0 0 0,-1-1 0,1 1 0,-1 0 0,1 0 0,0-1 0,-1 1 0,1 0 0,-1 0 0,1 0 0,0 0 0,-1 0 0,1 0 0,0 0 0,-1 0 0,1 0 0,-1 0 0,1 0 0,0 1 0,-1-1 0,1 0 0,-1 0 0,1 0 0,0 1 0,-1-1 0,1 0 0,0 1 0,1 2 0,0-1 0,-1 1 0,1-1 0,-1 1 0,1 0 0,-1 0 0,0 0 0,0-1 0,1 6 0,8 65 0,-5 0 0,28 141 0,-30-201 0,1 0 0,0 0 0,1 0 0,9 16 0,-14-26 0,1-1 0,0 0 0,0 0 0,0 0 0,0 0 0,1 0 0,-1-1 0,0 1 0,1 0 0,-1 0 0,1-1 0,0 1 0,0-1 0,-1 1 0,1-1 0,0 0 0,0 0 0,0 0 0,0 0 0,1 0 0,-1 0 0,0-1 0,0 1 0,0-1 0,1 1 0,-1-1 0,0 0 0,0 0 0,1 0 0,-1 0 0,0 0 0,0-1 0,4 0 0,-3-1-28,-1 0 1,1 0-1,-1 0 0,1 0 0,-1-1 1,0 1-1,0-1 0,0 1 0,0-1 0,-1 0 1,1 0-1,-1 0 0,0 0 0,0 0 1,2-6-1,0 0-893,2-2-5905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4:13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21 24575,'-3'132'0,"6"143"0,-3-274 0,0 1 0,0-1 0,0 0 0,0 0 0,0 1 0,1-1 0,-1 0 0,0 1 0,1-1 0,-1 0 0,1 0 0,-1 1 0,1-1 0,0 0 0,-1 0 0,1 0 0,0 0 0,0 0 0,0 0 0,0 0 0,0 0 0,0 0 0,0 0 0,0-1 0,0 1 0,0 0 0,0-1 0,3 2 0,-2-2 0,1 0 0,-1 0 0,1 0 0,-1-1 0,1 1 0,-1 0 0,1-1 0,-1 0 0,1 1 0,-1-1 0,1 0 0,-1 0 0,4-3 0,1 0 0,0-1 0,0 0 0,0 0 0,-1 0 0,0-1 0,0 0 0,-1 0 0,9-13 0,30-91 0,-40 97 0,-1 0 0,-1-1 0,0 1 0,0-15 0,4-32 0,0 14 0,-5 36 0,0 0 0,0 0 0,1 1 0,0-1 0,0 1 0,1 0 0,5-10 0,-8 18 0,0 1 0,0 0 0,0 0 0,0 0 0,0-1 0,0 1 0,0 0 0,0 0 0,0 0 0,0-1 0,0 1 0,0 0 0,1 0 0,-1 0 0,0-1 0,0 1 0,0 0 0,0 0 0,0 0 0,1 0 0,-1-1 0,0 1 0,0 0 0,0 0 0,0 0 0,1 0 0,-1 0 0,0 0 0,0 0 0,1-1 0,-1 1 0,0 0 0,0 0 0,0 0 0,1 0 0,-1 0 0,0 0 0,0 0 0,0 0 0,1 0 0,-1 0 0,0 0 0,0 0 0,1 1 0,-1-1 0,0 0 0,0 0 0,0 0 0,1 0 0,-1 0 0,0 0 0,5 16 0,-1 19 0,-5 253-1365,1-273-5461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4:14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 24575,'2'94'0,"-4"130"0,-12-174 0,13-47 0,0 0 0,0 0 0,-1 0 0,1 0 0,-1-1 0,0 1 0,0 0 0,0-1 0,0 0 0,0 1 0,0-1 0,-1 0 0,-4 3 0,6-5 0,1 0 0,0 0 0,0 1 0,0-1 0,0 0 0,0 0 0,0 0 0,-1 0 0,1 0 0,0 0 0,0 0 0,0 0 0,0 0 0,0 0 0,0 0 0,-1 0 0,1 0 0,0 0 0,0 0 0,0 0 0,0 0 0,0 0 0,-1 0 0,1 0 0,0 0 0,0 0 0,0 0 0,0 0 0,0 0 0,-1 0 0,1 0 0,0 0 0,0-1 0,0 1 0,0 0 0,0 0 0,0 0 0,0 0 0,0 0 0,-1 0 0,1 0 0,0-1 0,0 1 0,0 0 0,0 0 0,0 0 0,0 0 0,0 0 0,0 0 0,0-1 0,0 1 0,0 0 0,0 0 0,0 0 0,0-1 0,3-12 0,8-10 0,104-164 0,-111 177 0,2 0 0,-1 1 0,2-1 0,-1 1 0,1 1 0,0-1 0,1 1 0,0 0 0,17-13 0,-24 21 0,0-1 0,0 1 0,0 0 0,0-1 0,1 1 0,-1 0 0,0-1 0,0 1 0,0 0 0,0 0 0,0 0 0,0 0 0,1 0 0,-1 0 0,0 0 0,0 0 0,0 1 0,0-1 0,0 0 0,0 1 0,0-1 0,0 1 0,0-1 0,0 1 0,0-1 0,0 1 0,2 1 0,-2 0 0,1 1 0,0-1 0,-1 1 0,1-1 0,-1 1 0,0 0 0,0-1 0,0 1 0,0 0 0,1 4 0,0 8 0,0 0 0,-1 0 0,-1 16 0,0-30 0,0 31 0,-4 46 0,3-72 0,0-1 0,-1 0 0,1 1 0,-1-1 0,0 0 0,0 0 0,-1 0 0,1 0 0,-1 0 0,0-1 0,-7 8 0,17-19 0,17-20 0,32-28 0,-34 33 0,10-10 0,-31 31 0,1 0 0,-1-1 0,1 1 0,-1 0 0,1 0 0,-1 1 0,1-1 0,0 0 0,-1 1 0,1-1 0,0 0 0,0 1 0,-1 0 0,1 0 0,0-1 0,0 1 0,0 0 0,2 1 0,-2-1 0,-1 1 0,1 0 0,-1 0 0,0 0 0,0 0 0,1 0 0,-1 0 0,0 0 0,0 1 0,0-1 0,0 0 0,-1 1 0,1-1 0,0 1 0,0-1 0,-1 0 0,1 1 0,-1 0 0,1-1 0,-1 1 0,0-1 0,0 1 0,0-1 0,0 4 0,0 47 0,0-40 0,-2 7-113,2 31 354,0-48-309,0 0 0,0-1 0,0 1 1,1 0-1,-1 0 0,1 0 0,-1-1 0,1 1 0,0 0 0,0-1 1,0 1-1,0 0 0,0-1 0,0 1 0,0-1 0,0 0 0,1 1 0,-1-1 1,1 0-1,-1 0 0,3 2 0,6 1-6758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4:15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255 145 24575,'-1'-7'0,"1"0"0,-1 1 0,-1-1 0,1 1 0,-1-1 0,0 1 0,-1 0 0,1 0 0,-1 0 0,0 0 0,-1 0 0,0 0 0,0 1 0,0 0 0,0 0 0,-1 0 0,0 0 0,0 1 0,-8-6 0,9 7 0,0 0 0,0 0 0,-1 1 0,1 0 0,0 0 0,-1 0 0,0 1 0,1-1 0,-1 1 0,0 0 0,0 0 0,0 1 0,0-1 0,0 1 0,1 0 0,-1 1 0,0-1 0,0 1 0,0 0 0,0 0 0,1 0 0,-1 1 0,0 0 0,1 0 0,-1 0 0,1 0 0,-5 4 0,4-1 0,0 0 0,1 0 0,-1 0 0,1 0 0,0 1 0,1 0 0,-1 0 0,1 0 0,0 0 0,1 1 0,-1-1 0,1 1 0,1 0 0,-1-1 0,1 1 0,0 0 0,1 0 0,-1 0 0,2 7 0,-1-5 0,0-1 0,1 1 0,0 0 0,0-1 0,1 0 0,0 1 0,0-1 0,1 0 0,0 0 0,1 0 0,0-1 0,0 1 0,0-1 0,1 0 0,6 7 0,39 29 0,-37-34 0,-1 1 0,0 0 0,-1 1 0,0 0 0,0 0 0,12 20 0,-21-28 0,0 0 0,-1-1 0,1 1 0,-1 0 0,0-1 0,0 1 0,0 0 0,0 0 0,0 0 0,-1 0 0,1 0 0,-1 0 0,0 0 0,0 0 0,0 1 0,0-1 0,-1 0 0,1 0 0,-1 0 0,0 0 0,1 0 0,-1-1 0,-1 1 0,1 0 0,0 0 0,-1 0 0,-3 4 0,1-3 0,-1 1 0,0-1 0,0-1 0,-1 1 0,1-1 0,-1 0 0,1 0 0,-1 0 0,0-1 0,0 0 0,0 0 0,-8 1 0,-19 6-1365,19-5-5461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4:15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7 24575,'0'-3'0,"-3"-1"0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4:17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1 503 24575,'5'-2'0,"1"0"0,-1-1 0,0 1 0,0-1 0,0 0 0,0-1 0,0 1 0,6-7 0,0 1 0,-1 1 0,0-1 0,0 0 0,-1-1 0,0 0 0,-1-1 0,0 0 0,0 0 0,11-24 0,0-8 0,16-54 0,-24 64 0,-7 19-136,-1 0-1,0 1 1,-1-1-1,-1 0 1,0 0-1,-1 0 1,0 0-1,-1 0 0,-5-24 1,2 27-6690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4:18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53 24575,'-3'-1'0,"1"0"0,-1 0 0,0 0 0,0 0 0,0-1 0,1 1 0,-1-1 0,1 1 0,-1-1 0,1 0 0,0 0 0,-1 0 0,-1-3 0,1 2 0,0 0 0,0 0 0,0 0 0,-1 1 0,1-1 0,-1 1 0,0 0 0,-4-2 0,3 3 0,0 0 0,0 0 0,0 1 0,0 0 0,0 0 0,0 0 0,0 0 0,0 1 0,0 0 0,0 0 0,0 0 0,0 1 0,1-1 0,-1 1 0,0 0 0,-5 4 0,-5 4 0,-1 1 0,2 1 0,-16 15 0,-8 6 0,31-28 0,0 1 0,1 0 0,-1 0 0,1 0 0,1 1 0,-1 0 0,1 0 0,0 0 0,1 1 0,0 0 0,0 0 0,-4 13 0,6-15 0,1 0 0,0 0 0,1 0 0,0 1 0,0-1 0,0 0 0,0 0 0,1 0 0,0 0 0,1 0 0,-1 0 0,1 0 0,0 0 0,1 0 0,-1-1 0,1 1 0,0-1 0,7 10 0,33 40 0,-27-36 0,-1 1 0,-1 0 0,0 1 0,-2 0 0,11 24 0,-21-39 0,0 0 0,0 0 0,-1 0 0,1 1 0,-1-1 0,-1 0 0,1 0 0,-1 1 0,0-1 0,-1 0 0,1 0 0,-1 1 0,0-1 0,-1 0 0,0 0 0,0 0 0,0 0 0,-1 0 0,1-1 0,-1 1 0,-1-1 0,1 0 0,-1 0 0,-7 9 0,-16 17 0,-2 2 0,-48 44 0,68-69 20,-1-1 0,1-1 0,-1 0 0,0 0 0,-15 5 0,22-9-82,0-1 0,0 0 0,0 0 0,0 0 1,0 0-1,-1 0 0,1-1 0,0 1 0,-1-1 0,1 0 0,0 0 0,-1 0 1,1-1-1,0 1 0,-1-1 0,1 1 0,0-1 0,0 0 0,0-1 0,0 1 1,0 0-1,0-1 0,-3-2 0,-2-4-6764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4:18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300 114 24575,'-2'-8'0,"-1"0"0,1 1 0,-2 0 0,1 0 0,-1 0 0,0 0 0,-1 0 0,-7-8 0,3 2 0,8 12 0,0-1 0,0 0 0,0 0 0,0 1 0,0-1 0,-1 0 0,1 1 0,0 0 0,-1-1 0,1 1 0,-1 0 0,0-1 0,1 1 0,-1 0 0,0 0 0,0 1 0,0-1 0,0 0 0,0 0 0,1 1 0,-1-1 0,0 1 0,0 0 0,0 0 0,-1 0 0,1 0 0,0 0 0,0 0 0,0 0 0,-2 1 0,0 1 0,-1 1 0,1-1 0,0 1 0,-1 0 0,1 0 0,1 0 0,-1 1 0,0-1 0,1 1 0,0 0 0,-4 6 0,-10 18 0,1 0 0,1 1 0,2 0 0,-9 31 0,8-24 0,2-1 0,2 1 0,1 1 0,1 0 0,3 0 0,1 0 0,1 1 0,3 40 0,1-73 0,-1-1 0,1 1 0,0 0 0,0-1 0,1 1 0,-1-1 0,1 0 0,0 1 0,0-1 0,0 0 0,1 0 0,-1 0 0,1-1 0,0 1 0,0-1 0,0 1 0,1-1 0,-1 0 0,1 0 0,0 0 0,-1-1 0,2 0 0,-1 1 0,0-1 0,0 0 0,0-1 0,1 1 0,5 0 0,12 2 0,-1-1 0,1-1 0,-1-1 0,42-3 0,-14 0 0,-45 2 0,1 0 0,0-1 0,0 1 0,-1-1 0,1 0 0,0-1 0,-1 1 0,1-1 0,-1 0 0,1 0 0,-1 0 0,0-1 0,0 1 0,0-1 0,-1 0 0,1 0 0,0-1 0,-1 1 0,0-1 0,0 1 0,0-1 0,0 0 0,-1 0 0,1-1 0,-1 1 0,0 0 0,-1-1 0,1 1 0,-1-1 0,2-5 0,2-13 0,-1 0 0,-1 0 0,-1-1 0,-2-40 0,1 6 0,0 41 0,0 0 0,-1-1 0,0 1 0,-2 0 0,0 0 0,-1 0 0,-1 0 0,-9-28 0,7 32-1365,1 1-5461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4:19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0 24575,'1'57'0,"0"-12"0,-2 0 0,-10 74 0,2-59 0,6-37 0,-1 1 0,-12 39 0,15-62 0,1 0 0,-1 0 0,1 0 0,-1 0 0,1 1 0,-1-1 0,1 0 0,0 1 0,-1-1 0,1 0 0,0 0 0,0 1 0,0-1 0,0 0 0,0 1 0,0-1 0,0 0 0,1 1 0,0 1 0,0-4 0,0 1 0,-1 0 0,1 0 0,0 0 0,0 0 0,0-1 0,0 1 0,0 0 0,0-1 0,-1 1 0,1-1 0,0 1 0,0-1 0,0 1 0,-1-1 0,1 1 0,0-1 0,-1 0 0,2-1 0,42-47 0,-41 45 0,175-212 0,-173 211 0,0 1 0,0 0 0,1 0 0,-1 0 0,1 1 0,0-1 0,0 1 0,0 1 0,0-1 0,1 1 0,-1 0 0,1 1 0,-1-1 0,1 1 0,9 0 0,-8 0 0,1 0 0,0-1 0,0 0 0,0 0 0,-1-1 0,0 0 0,16-8 0,33-24-1365,-43 26-5461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4:19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0 24575,'-1'27'0,"-1"-1"0,-2 1 0,-1-1 0,-1 0 0,-1-1 0,-1 1 0,-1-1 0,-1-1 0,-27 45 0,-79 161 0,96-190 0,-30 85 0,43-101 0,1 1 0,1-1 0,1 1 0,1 0 0,1 0 0,1 0 0,5 42 0,2-39-1365,-2-17-5461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4:20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24575,'182'12'0,"-116"-6"0,-59-5 22,0 1 0,0-1 0,0 1 0,0 1 0,12 5 0,19 6-1519,-26-12-5329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4:21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406 15 24575,'0'-1'0,"0"0"0,0 0 0,0 1 0,0-1 0,-1 0 0,1 1 0,0-1 0,-1 0 0,1 1 0,0-1 0,-1 1 0,1-1 0,-1 1 0,1-1 0,-1 1 0,1-1 0,-1 1 0,1-1 0,-1 1 0,0-1 0,1 1 0,-1 0 0,1-1 0,-1 1 0,0 0 0,1 0 0,-1 0 0,0-1 0,0 1 0,1 0 0,-1 0 0,0 0 0,1 0 0,-1 0 0,0 0 0,0 0 0,1 0 0,-1 1 0,0-1 0,1 0 0,-1 0 0,0 1 0,1-1 0,-2 1 0,-29 11 0,15 0 0,0 0 0,1 1 0,1 1 0,0 1 0,-20 27 0,-52 88 0,3 32 0,63-119 0,9-15 0,2 0 0,1 1 0,0 1 0,3-1 0,0 1 0,0 59 0,4-84 5,1-1 0,0 0 0,0 1-1,1-1 1,0 0 0,-1 1 0,1-1 0,1 0-1,-1 0 1,0 0 0,1 0 0,0 0 0,0 0-1,0 0 1,1-1 0,-1 1 0,1-1-1,0 0 1,0 1 0,0-1 0,0-1 0,0 1-1,1 0 1,3 2 0,3-1-170,1 1 0,-1-1 0,0-1 0,1 0 0,0-1 0,0 0 0,-1 0 0,16 0 0,-10-1-6661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4:22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370 1 24575,'8'10'0,"0"1"0,-1-1 0,0 1 0,-1 1 0,9 22 0,9 16 0,-21-44 0,0 0 0,-1 1 0,0-1 0,0 0 0,0 1 0,-1-1 0,0 1 0,0 0 0,0-1 0,-1 1 0,0 0 0,-1 0 0,0-1 0,0 1 0,-3 12 0,-4 6 0,-1-2 0,-21 44 0,18-43 0,5-9 0,-25 51 0,-43 67 0,61-112 0,-1 0 0,-1-1 0,-1-1 0,-1 0 0,0-1 0,-39 27 0,-57 34-1365,101-71-5461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4:23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0 24575,'-3'2'0,"-1"0"0,1-1 0,0 1 0,-1 1 0,1-1 0,0 0 0,1 1 0,-1 0 0,0-1 0,1 1 0,-1 0 0,-2 6 0,-7 5 0,-12 13 0,2 0 0,1 1 0,1 1 0,2 2 0,-25 54 0,39-77 0,1 1 0,0 0 0,1 1 0,0-1 0,1 0 0,-1 1 0,2-1 0,-1 0 0,1 1 0,1-1 0,3 19 0,-3-23 0,0 1 0,0 0 0,1-1 0,0 1 0,0-1 0,1 0 0,-1 0 0,1 0 0,0 0 0,0 0 0,1 0 0,0-1 0,-1 0 0,2 0 0,-1 0 0,0 0 0,1 0 0,-1-1 0,1 0 0,7 3 0,58 23 0,108 30 0,-126-52-1365,-37-7-5461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4:23.9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0 24575,'7'3'0,"0"-1"0,0 1 0,-1 1 0,1-1 0,-1 1 0,0 0 0,0 1 0,0-1 0,-1 1 0,0 0 0,1 1 0,4 6 0,-5-5 0,0 1 0,0-1 0,-1 1 0,0 0 0,0 1 0,-1-1 0,0 1 0,-1-1 0,1 1 0,0 16 0,-1-2 0,-1 0 0,-2 0 0,-3 25 0,3-41 0,-1 0 0,1 0 0,-2 0 0,1 0 0,-1-1 0,0 1 0,0-1 0,-1 1 0,-8 10 0,-49 53 0,25-31 0,21-20 0,1 2 0,-17 32 0,19-30 0,0-2 0,-20 25 0,23-38-1365,0-1-5461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6:11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24575,'18'141'0,"-18"-106"-120,-1-14-58,1 1 0,1-1 1,1 0-1,0 0 0,2 0 0,12 40 0,-11-49-6648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6:11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6:12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24575,'1'0'0,"0"1"0,0-1 0,0 1 0,0 0 0,0-1 0,0 1 0,0 0 0,-1-1 0,1 1 0,0 0 0,-1 0 0,1 0 0,0 0 0,-1-1 0,1 1 0,-1 0 0,1 0 0,-1 0 0,0 0 0,1 0 0,-1 1 0,0-1 0,0 0 0,0 0 0,1 0 0,-1 0 0,-1 1 0,4 37 0,-3-35 0,1 28 0,-3 186 0,2-217 0,1-1 0,-1 1 0,0-1 0,0 1 0,0 0 0,0-1 0,0 1 0,0-1 0,0 1 0,0 0 0,0-1 0,0 1 0,-1-1 0,1 1 0,0 0 0,0-1 0,0 1 0,-1-1 0,1 1 0,0-1 0,-1 1 0,1-1 0,0 1 0,-1-1 0,1 1 0,-1-1 0,1 1 0,-1-1 0,1 0 0,-1 1 0,1-1 0,-1 0 0,1 0 0,-2 1 0,2-2 0,-1 0 0,1 0 0,-1 0 0,1 0 0,0 1 0,0-1 0,-1 0 0,1 0 0,0 0 0,0 0 0,0 0 0,0 0 0,0 0 0,0 0 0,0 0 0,0 0 0,0 0 0,1 0 0,-1 0 0,0 0 0,1 0 0,0-2 0,9-20 0,1 0 0,2 1 0,0 0 0,1 1 0,18-21 0,7-12 0,-38 52 0,0 0 0,0 1 0,0-1 0,0 1 0,0-1 0,1 1 0,-1-1 0,0 1 0,1 0 0,-1 0 0,0-1 0,1 1 0,0 0 0,-1 0 0,1 0 0,0 1 0,-1-1 0,1 0 0,0 1 0,0-1 0,0 1 0,-1 0 0,1-1 0,0 1 0,0 0 0,0 0 0,0 0 0,0 0 0,3 1 0,-2 1 0,0-1 0,0 1 0,0 0 0,-1 0 0,1 0 0,0 1 0,-1-1 0,1 1 0,-1-1 0,0 1 0,0 0 0,0 0 0,0 0 0,-1 0 0,3 6 0,3 5 0,-1 0 0,0 1 0,-1 0 0,-1 0 0,0 0 0,1 19 0,-5-32-72,0 1 1,0 0-1,1-1 0,-1 1 0,1-1 0,0 1 0,0-1 0,-1 1 1,2-1-1,-1 1 0,0-1 0,0 0 0,1 0 0,-1 1 0,1-1 1,0 0-1,-1-1 0,4 4 0,5 0-6754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6:12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24575,'3'0'0,"-2"0"0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6:13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6:13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24575,'3'0'0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1:26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18 24575,'0'-1'0,"-1"0"0,1 0 0,-1 0 0,0 1 0,1-1 0,-1 0 0,0 0 0,1 0 0,-1 1 0,0-1 0,0 0 0,0 1 0,1-1 0,-1 0 0,0 1 0,0-1 0,0 1 0,0 0 0,0-1 0,0 1 0,0 0 0,0-1 0,0 1 0,-1 0 0,1 0 0,0 0 0,-1 0 0,-36-2 0,33 2 0,-2 0 0,0 0 0,0 1 0,0 0 0,1 0 0,-1 0 0,0 1 0,0 0 0,1 1 0,-1-1 0,1 1 0,0 1 0,0-1 0,0 1 0,1 0 0,-1 0 0,1 1 0,0-1 0,0 1 0,0 1 0,1-1 0,-1 0 0,1 1 0,1 0 0,-1 0 0,1 0 0,0 1 0,1-1 0,-1 1 0,1-1 0,0 1 0,-1 11 0,2 4 0,1 0 0,1 0 0,1 0 0,1-1 0,1 1 0,1-1 0,1 0 0,12 30 0,14 64 0,-27-92 0,-1 1 0,-1 0 0,-2 1 0,-1 42 0,-1-59 0,0 0 0,0 0 0,-1 0 0,0-1 0,0 1 0,-1-1 0,0 1 0,0-1 0,-1 0 0,0 0 0,0 0 0,-1-1 0,0 0 0,0 1 0,0-2 0,-1 1 0,0-1 0,-12 9 0,15-12-57,0 0 0,-1 0 1,1-1-1,-1 1 0,0-1 0,0 0 0,1 0 0,-1 0 0,0-1 0,0 0 0,0 1 1,0-1-1,0 0 0,0-1 0,1 1 0,-1-1 0,0 0 0,0 0 0,0 0 1,1 0-1,-1-1 0,1 1 0,-6-4 0,0-3-6769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1:26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24575,'40'2'-57,"0"3"1,0 1-1,0 2 0,-1 1 0,55 22 1,-34-12-969,-45-14-5801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1:27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18 24575,'0'-1'0,"-1"0"0,1 0 0,-1-1 0,0 1 0,1 0 0,-1 0 0,0 0 0,0 1 0,0-1 0,0 0 0,0 0 0,0 0 0,0 1 0,0-1 0,0 0 0,0 1 0,0-1 0,-1 1 0,1-1 0,0 1 0,0 0 0,-1 0 0,1-1 0,0 1 0,0 0 0,-1 0 0,1 0 0,0 0 0,0 0 0,-1 1 0,0-1 0,-42 6 0,39-3 0,1 0 0,0 0 0,-1 0 0,1 1 0,0-1 0,1 1 0,-1 0 0,1 0 0,0 1 0,0-1 0,0 1 0,0-1 0,-1 7 0,-27 65 0,27-62 0,0-1 0,1 1 0,0 0 0,1 0 0,0 0 0,2 0 0,0 0 0,0 1 0,1-1 0,5 21 0,-5-32 0,0-1 0,0 1 0,1-1 0,-1 0 0,1 1 0,-1-1 0,1 0 0,0 0 0,0 0 0,0 0 0,0 0 0,1 0 0,-1-1 0,0 1 0,1-1 0,-1 0 0,1 1 0,0-1 0,-1 0 0,1 0 0,0-1 0,-1 1 0,1-1 0,0 1 0,0-1 0,0 0 0,-1 0 0,1 0 0,0 0 0,4-2 0,-4 2 0,0 0 0,0-1 0,0 1 0,0-1 0,0 0 0,0 0 0,0 0 0,-1 0 0,1-1 0,0 1 0,-1-1 0,1 0 0,-1 1 0,1-1 0,-1 0 0,0 0 0,0-1 0,0 1 0,0 0 0,0-1 0,-1 1 0,1-1 0,-1 0 0,1 1 0,-1-1 0,0 0 0,0 0 0,1-4 0,10-123 0,-8 82-1365,-3 33-5461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1:27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0 24575,'-1'5'0,"-1"0"0,1 0 0,-1 0 0,0 0 0,0 0 0,-1 0 0,-3 5 0,-8 18 0,-28 73 0,33-72 0,3-10 0,0 0 0,-2-1 0,-11 23 0,130-178 0,-75 91 0,-27 33 0,0 0 0,2 0 0,-1 1 0,1 1 0,17-13 0,-27 23 0,1 0 0,0 0 0,-1 1 0,1-1 0,-1 0 0,1 1 0,0-1 0,0 1 0,-1 0 0,1 0 0,0-1 0,0 1 0,-1 0 0,1 0 0,0 1 0,0-1 0,-1 0 0,1 1 0,0-1 0,1 1 0,38 20 0,-35-17 0,-1-1 0,1 0 0,-1 0 0,1-1 0,0 1 0,10 1 0,53-2-1365,-54-2-5461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1:28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0 24575,'2'88'0,"-4"126"0,0-199-273,-1 1 0,0-1 0,-1 1 0,-8 20 0,7-25-6553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1:28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24575,'3'0'0,"1"3"0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1:29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24575,'1'0'0,"0"1"0,0 0 0,0-1 0,0 1 0,0 0 0,0-1 0,-1 1 0,1 0 0,0 0 0,0 0 0,-1-1 0,1 1 0,0 0 0,-1 0 0,1 0 0,-1 0 0,0 0 0,1 0 0,-1 0 0,0 1 0,1-1 0,-1 1 0,8 35 0,-6-27 0,5 29 0,-2 1 0,-2 0 0,-2 0 0,-4 48 0,0 3 0,3-83 0,0-1 0,-1 0 0,0 0 0,0 1 0,-1-1 0,0 0 0,-4 10 0,4-15-1365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1:29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24575,'0'-3'0,"0"2"0,3 1 0,1 4 0,0 4 0,2 1 0,1 1 0,-2 0-8191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1:30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24575,'1'74'0,"-3"82"0,-15-74 0,23-96 0,0 0 0,0 1 0,2-1 0,0 2 0,0-1 0,1 1 0,1 0 0,0 1 0,0 0 0,23-18 0,-31 28 0,-1-1 0,1 1 0,-1 0 0,1-1 0,0 1 0,-1 0 0,1 0 0,0 0 0,0 0 0,0 0 0,0 1 0,0-1 0,0 1 0,0-1 0,0 1 0,0-1 0,0 1 0,0 0 0,0 0 0,0 0 0,0 0 0,0 1 0,0-1 0,0 1 0,0-1 0,0 1 0,0-1 0,0 1 0,0 0 0,-1 0 0,1 0 0,0 0 0,0 0 0,-1 1 0,1-1 0,-1 0 0,1 1 0,-1-1 0,1 1 0,-1 0 0,0-1 0,0 1 0,0 0 0,0 0 0,0-1 0,0 1 0,-1 0 0,2 3 0,2 6 0,-1 1 0,0 0 0,0 0 0,-1 0 0,-1 1 0,0 19 0,-3 12-56,0-28-162,1 0 0,1 0 0,1-1-1,0 1 1,4 17 0,-2-21-6608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6:05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421 58 24575,'0'-3'0,"-1"1"0,1 0 0,0-1 0,-1 1 0,1 0 0,-1-1 0,0 1 0,0 0 0,0 0 0,0 0 0,0 0 0,0 0 0,-1 0 0,1 0 0,-1 0 0,1 0 0,-1 0 0,0 1 0,0-1 0,0 1 0,0-1 0,0 1 0,0 0 0,0 0 0,0 0 0,0 0 0,0 0 0,-1 0 0,1 1 0,0-1 0,0 1 0,-5-1 0,-10-1 0,0 1 0,0 1 0,-29 2 0,18 0 0,3-3 0,13 1 0,1 0 0,0 0 0,-1 1 0,1 0 0,-18 5 0,26-5 0,0 0 0,1 0 0,-1 1 0,0-1 0,1 1 0,-1-1 0,1 1 0,0 0 0,0 0 0,-1 0 0,1 0 0,0 0 0,1 0 0,-1 1 0,0-1 0,1 0 0,-1 1 0,1 0 0,0-1 0,0 1 0,0 0 0,0 0 0,0 0 0,1-1 0,-1 1 0,0 6 0,2 6 0,0 0 0,0 0 0,2 0 0,-1 0 0,2 0 0,0-1 0,1 1 0,0-1 0,2 0 0,-1-1 0,13 19 0,-11-18 0,-1 0 0,-1 0 0,0 1 0,-1 0 0,0 0 0,-1 1 0,-1-1 0,0 1 0,-1 0 0,-1 30 0,-1-37 0,1 7 0,-1-1 0,0 1 0,-2-1 0,1 0 0,-2 1 0,0-1 0,-1 0 0,0-1 0,-2 1 0,-7 16 0,-10 16 0,17-33 0,-1 0 0,0 0 0,-1-1 0,0 0 0,-18 20 0,12-16-68,12-15-4,1 1 0,-1-1 0,0 0 0,0 0 0,0 0 0,0 0-1,0 0 1,-1 0 0,1-1 0,0 1 0,-1-1 0,1 1 0,-1-1 0,0 0 0,1 0 0,-1 0 0,-3 0 0,-7 1-6754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6:05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24575,'408'0'0,"-363"7"-1365,-34-3-5461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6:07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48 24575,'-1'-2'0,"1"0"0,-1-1 0,0 1 0,0 0 0,0 0 0,0 0 0,0 0 0,0 0 0,-1 0 0,1 0 0,-1 0 0,1 0 0,-1 1 0,0-1 0,1 1 0,-1-1 0,0 1 0,0-1 0,-3 0 0,3 1 0,1-1 0,-1 1 0,0 1 0,1-1 0,-1 0 0,0 0 0,0 1 0,0-1 0,1 0 0,-1 1 0,0 0 0,0 0 0,0-1 0,0 1 0,0 0 0,0 0 0,0 1 0,0-1 0,0 0 0,1 1 0,-1-1 0,0 1 0,0 0 0,-1 0 0,-2 4 0,0 0 0,1 0 0,-1 1 0,1-1 0,1 1 0,-1 0 0,1 0 0,0 0 0,0 0 0,1 1 0,0-1 0,0 1 0,0 0 0,1-1 0,-1 11 0,1-8 0,1 0 0,0 0 0,0 0 0,0 0 0,1-1 0,1 1 0,0 0 0,0 0 0,0-1 0,1 1 0,6 12 0,-5-17 0,-1 0 0,1 0 0,0 0 0,0 0 0,0-1 0,1 0 0,-1 0 0,1 0 0,-1 0 0,1-1 0,0 1 0,0-1 0,0-1 0,1 1 0,7 1 0,-6-1 0,0-1 0,0 0 0,0 0 0,1 0 0,-1-1 0,0 0 0,0-1 0,0 1 0,1-1 0,-1-1 0,8-2 0,-11 2 0,-1 0 0,0 0 0,0-1 0,0 0 0,-1 1 0,1-1 0,0 0 0,-1 0 0,0 0 0,0 0 0,0-1 0,0 1 0,0-1 0,-1 1 0,1-1 0,-1 1 0,0-1 0,0 0 0,-1 0 0,1 1 0,-1-1 0,0-7 0,1-11 0,-1-1 0,-5-34 0,4 47 0,0 2-195,-1 1 0,1-1 0,-2 1 0,1-1 0,-1 1 0,-7-13 0,4 10-6631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6:08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0 24575,'-1'9'0,"0"-1"0,-1 1 0,0-1 0,0 0 0,-1 0 0,0 0 0,0 0 0,-6 10 0,-46 72 0,23-40 0,-2-3 0,20-27 0,12-17 0,6-7 0,80-98 0,-71 89 0,-2-1 0,19-30 0,-23 32 0,1 0 0,0 0 0,1 1 0,1 0 0,19-17 0,-28 27 0,0-1 0,0 1 0,1 0 0,-1 1 0,0-1 0,1 0 0,-1 0 0,0 0 0,1 1 0,-1-1 0,1 1 0,-1-1 0,1 1 0,-1 0 0,1-1 0,0 1 0,-1 0 0,1 0 0,-1 0 0,1 0 0,-1 0 0,1 1 0,0-1 0,-1 0 0,1 1 0,-1-1 0,1 1 0,1 1 0,1 1 0,-1 0 0,1 1 0,-1-1 0,0 1 0,0 0 0,0 0 0,4 6 0,20 25 0,-26-34 0,1 0 0,-1 0 0,0 0 0,1-1 0,-1 1 0,0-1 0,1 1 0,-1-1 0,1 1 0,-1-1 0,1 1 0,-1-1 0,1 0 0,-1 0 0,1 0 0,-1 0 0,1 0 0,-1 0 0,1-1 0,-1 1 0,1 0 0,-1-1 0,1 1 0,-1-1 0,3-1 0,76-36-1365,-68 34-5461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6:09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1 24575,'1'0'0,"0"1"0,0-1 0,-1 1 0,1 0 0,0-1 0,0 1 0,0 0 0,0-1 0,-1 1 0,1 0 0,0 0 0,-1 0 0,1 0 0,0-1 0,-1 1 0,1 0 0,-1 0 0,0 0 0,1 0 0,-1 0 0,0 1 0,1-1 0,-1 0 0,0 0 0,0 0 0,0 0 0,0 1 0,2 37 0,-2-35 0,0 12 0,-1-1 0,-1 0 0,0 1 0,-1-1 0,-1 0 0,0 0 0,-7 15 0,-4 13 0,-42 123 0,43-103 0,12-49 0,0 0 0,-2 0 0,1-1 0,-2 1 0,-9 21 0,12-33 0,0 1 0,-1 0 0,1-1 0,-1 0 0,1 1 0,-1-1 0,0 0 0,0 0 0,1-1 0,-1 1 0,-1 0 0,-4 1 0,7-3 0,0 1 0,1-1 0,-1 0 0,0 0 0,0 1 0,1-1 0,-1 0 0,0 0 0,0 0 0,0 0 0,1 0 0,-1 0 0,0 0 0,0 0 0,0-1 0,1 1 0,-1 0 0,0 0 0,0-1 0,1 1 0,-1 0 0,0-1 0,1 1 0,-1-1 0,0 1 0,1-1 0,-1 1 0,0-1 0,1 1 0,-1-1 0,1 0 0,-1 1 0,1-1 0,0 0 0,-1 1 0,1-1 0,0 0 0,-1 0 0,1 1 0,0-1 0,0 0 0,-1 0 0,1 0 0,0 1 0,0-1 0,0 0 0,0 0 0,0 0 0,0 1 0,1-1 0,-1 0 0,0 0 0,0 1 0,1-1 0,-1 0 0,1-1 0,0-2-87,0 0-1,1 0 1,-1 0-1,1 0 1,0 0-1,1 1 0,-1-1 1,0 0-1,5-3 1,-5 4-403,7-9-6336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6:09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24575,'0'3'0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6:16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569 23 24575,'-116'2'0,"-123"-4"0,182-8 0,47 7 0,0 0 0,0 1 0,0 0 0,0 1 0,0 0 0,-1 1 0,1 0 0,0 1 0,0 0 0,0 0 0,-11 4 0,19-5 0,0 1 0,1 0 0,-1 0 0,1 0 0,-1 1 0,1-1 0,0 0 0,-1 1 0,1-1 0,0 0 0,0 1 0,0 0 0,0-1 0,0 1 0,0-1 0,1 1 0,-1 0 0,0 0 0,1-1 0,0 1 0,-1 0 0,1 0 0,0 0 0,0 0 0,0-1 0,0 1 0,0 2 0,12 60 0,-5-34 0,20 102 0,-2-17 0,-13-21 0,-8-49 0,3 0 0,14 51 0,-5-32 0,12 100 0,-11 16 0,-13-135 0,-3 75 0,-2-81 0,1 0 0,10 71 0,-3-58 0,-3 0 0,-2 1 0,-5 55 0,0-2 0,1 20 0,5 136 0,16-122 0,-19-136 0,1-1 0,0 0 0,0 1 0,0-1 0,1 0 0,-1 0 0,1 0 0,-1 0 0,1 0 0,0 0 0,1 0 0,-1-1 0,0 1 0,1-1 0,-1 0 0,1 1 0,0-1 0,0 0 0,-1-1 0,1 1 0,1 0 0,-1-1 0,0 0 0,0 0 0,0 0 0,1 0 0,-1 0 0,7 0 0,13 2 0,-1-1 0,1 0 0,31-4 0,-27 2 0,708-1 0,-508 20 0,85-4 0,-171-13-10,-86-3-1345,-40 1-5471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6:18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0 24575,'-2'40'0,"-1"0"0,-2 0 0,-14 53 0,7 7 0,4-20 0,5-55 0,2 1 0,2 39 0,-2 26 0,1-90 0,0 0 0,0 0 0,0-1 0,1 1 0,-1 0 0,0-1 0,0 1 0,0 0 0,-1 0 0,1-1 0,0 1 0,0 0 0,0-1 0,0 1 0,-1 0 0,1-1 0,0 1 0,-1 0 0,1-1 0,0 1 0,-1 0 0,1-1 0,-1 1 0,1-1 0,-1 1 0,1-1 0,-1 1 0,0-1 0,1 0 0,-1 1 0,1-1 0,-1 1 0,0-1 0,-1-1 0,1 1 0,-1-1 0,1 0 0,0 0 0,0 0 0,0 0 0,-1 0 0,1 0 0,0 0 0,0 0 0,0-1 0,1 1 0,-3-3 0,-24-50 0,18 32 0,6 13 0,0 1 0,0-1 0,-1 1 0,0 0 0,-1 0 0,0 0 0,0 1 0,0-1 0,-9-8 0,34 56 0,-8-20 0,-5-6 0,1-1 0,1 0 0,0 0 0,21 21 0,-29-33 0,0 0 0,0-1 0,0 1 0,0 0 0,0-1 0,0 1 0,0-1 0,0 1 0,0-1 0,0 0 0,0 1 0,0-1 0,1 0 0,-1 0 0,0 0 0,0 0 0,0 0 0,0 0 0,1 0 0,-1 0 0,0 0 0,0 0 0,0-1 0,0 1 0,0 0 0,0-1 0,0 1 0,0-1 0,0 1 0,0-1 0,0 0 0,0 1 0,0-1 0,0 0 0,0 0 0,1-1 0,29-44 0,-14 19 0,7 4-115,-12 13-24,-1-1 0,0 1 1,-1-2-1,0 1 0,-1-1 0,0-1 0,-1 0 0,9-18 0,-14 20-6687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7:32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276 58 24575,'-56'2'0,"34"-1"0,0 0 0,1-1 0,-1-1 0,-27-5 0,41 3-151,0 0-1,1-1 0,-1 1 0,1-1 1,0 0-1,0-1 0,1 0 1,-12-11-1,10 8-6674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5:24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408 78 24575,'0'-2'0,"0"0"0,0 0 0,1 1 0,-1-1 0,-1 0 0,1 0 0,0 0 0,0 1 0,-1-1 0,1 0 0,0 0 0,-1 1 0,0-1 0,1 0 0,-1 1 0,0-1 0,0 1 0,0-1 0,0 1 0,0 0 0,0-1 0,-1 1 0,1 0 0,0 0 0,-1-1 0,1 1 0,-1 0 0,1 1 0,-1-1 0,1 0 0,-1 0 0,0 1 0,1-1 0,-1 1 0,0-1 0,0 1 0,1 0 0,-1-1 0,0 1 0,0 0 0,0 0 0,1 0 0,-1 1 0,0-1 0,0 0 0,-2 2 0,-4 0 0,1 0 0,0 0 0,0 1 0,0 0 0,0 1 0,1-1 0,-1 1 0,1 1 0,-10 8 0,-16 23 0,1 1 0,2 1 0,2 2 0,2 1 0,2 0 0,-21 51 0,35-72 0,1 0 0,1 1 0,1 0 0,1 0 0,1 0 0,0 1 0,0 24 0,-4 15 0,4-34 0,-1 44 0,5-60 0,0 4 0,0-1 0,1 0 0,0 0 0,1 0 0,5 19 0,-5-29 0,-1 0 0,1-1 0,-1 0 0,1 1 0,0-1 0,0 0 0,0 0 0,1 0 0,-1 0 0,1 0 0,0-1 0,0 1 0,0-1 0,0 0 0,0 1 0,0-2 0,0 1 0,1 0 0,-1-1 0,1 1 0,-1-1 0,1 0 0,0 0 0,-1 0 0,5 0 0,2 0 0,-1 0 0,1 0 0,-1-1 0,1 0 0,-1-1 0,1 0 0,-1 0 0,0-1 0,0 0 0,1-1 0,14-6 0,-14 4 0,0-1 0,0 0 0,-1-1 0,0-1 0,0 1 0,-1-1 0,1-1 0,-2 1 0,8-12 0,31-36 0,-24 30 0,-2-1 0,28-46 0,-34 47 0,-2 0 0,0-1 0,-2-1 0,-1 0 0,-2 0 0,0-1 0,-2 0 0,-1 0 0,-1-57 0,-2 72 0,1 0 0,0 0 0,0 0 0,9-22 0,-8 27 0,0-1 0,0 1 0,-1-1 0,0 0 0,-1 1 0,0-1 0,0 0 0,-1 0 0,-1 0 0,1 1 0,-4-15 0,1 14-227,0 0-1,-1 0 1,0 1-1,0-1 1,-11-15-1,9 16-6598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5:25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12 24575,'0'-1'0,"0"1"0,0-1 0,0 1 0,0-1 0,0 1 0,-1-1 0,1 1 0,0-1 0,0 1 0,-1-1 0,1 1 0,0-1 0,-1 1 0,1-1 0,0 1 0,-1-1 0,1 1 0,-1 0 0,1-1 0,-1 1 0,1 0 0,-1 0 0,1-1 0,-1 1 0,1 0 0,-1 0 0,1 0 0,-1-1 0,1 1 0,-1 0 0,0 0 0,1 0 0,-1 0 0,1 0 0,-1 0 0,1 0 0,-1 0 0,0 0 0,1 1 0,-1-1 0,1 0 0,-1 0 0,1 0 0,-1 1 0,1-1 0,-1 0 0,1 1 0,-1-1 0,1 0 0,-1 1 0,0 0 0,-26 16 0,3 11 0,-36 54 0,50-67 0,-13 24 0,1 2 0,3 0 0,1 1 0,2 1 0,-14 58 0,20-61 0,-6 63 0,9 7 0,7-97 0,1 1 0,0-1 0,1 1 0,0-1 0,1 0 0,5 14 0,12 5-1365,-12-25-5461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5:26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0 880 24575,'4'-1'0,"-1"0"0,1 0 0,-1 0 0,0 0 0,0 0 0,0-1 0,0 0 0,0 1 0,0-1 0,0 0 0,0-1 0,0 1 0,-1 0 0,0-1 0,1 1 0,3-7 0,35-52 0,-36 52 0,76-130 0,-75 128 0,0-1 0,-1 1 0,7-20 0,11-26 0,-15 41 0,-1 0 0,-1 0 0,6-22 0,9-25 0,51-121 0,-51 127 0,-16 42 0,0 0 0,14-26 0,-18 40 0,-1 1 0,0-1 0,0 0 0,0 1 0,1-1 0,-1 0 0,0 0 0,1 1 0,-1-1 0,1 1 0,-1-1 0,1 0 0,-1 1 0,1-1 0,-1 1 0,1-1 0,0 1 0,-1-1 0,1 1 0,0 0 0,-1-1 0,1 1 0,0 0 0,-1-1 0,1 1 0,0 0 0,0 0 0,-1 0 0,1 0 0,0 0 0,0 0 0,0 0 0,-1 0 0,1 0 0,0 0 0,0 0 0,-1 0 0,1 0 0,0 1 0,0-1 0,-1 0 0,1 1 0,0-1 0,-1 0 0,1 1 0,0-1 0,-1 1 0,1-1 0,-1 1 0,1-1 0,-1 1 0,1-1 0,-1 1 0,1 0 0,0 0 0,1 3 0,0-1 0,0 1 0,-1-1 0,1 1 0,-1-1 0,1 1 0,-1 0 0,0 0 0,0 6 0,-2 13 0,-2 0 0,0 0 0,-1 0 0,-11 33 0,3-13 0,-5 22 0,9-38 0,0 1 0,2 0 0,2 0 0,-3 43 0,-2 9 0,6-64 0,0 0 0,2 0 0,0 31 0,1-46 0,-1 0 0,1-1 0,0 1 0,0 0 0,0 0 0,0-1 0,0 1 0,0 0 0,0 0 0,0-1 0,1 1 0,-1 0 0,0 0 0,0-1 0,1 1 0,-1 0 0,0-1 0,1 1 0,-1 0 0,0-1 0,1 1 0,-1-1 0,1 1 0,-1 0 0,1-1 0,0 1 0,-1-1 0,1 0 0,-1 1 0,1-1 0,0 1 0,-1-1 0,1 0 0,0 0 0,0 1 0,1-2 0,0 1 0,0-1 0,0 0 0,-1 0 0,1 0 0,0 0 0,-1 0 0,1 0 0,-1-1 0,1 1 0,-1-1 0,0 1 0,2-2 0,36-55 0,-38 57 0,8-15 0,14-21 0,21-52 0,34-89 0,-43 80 0,-20 52 0,36-73 0,-43 100-30,-6 15-137,0-1 0,0 1 0,0 0 0,0 0 1,1 0-1,-1 0 0,6-6 0,2 3-6659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5:27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24575,'11'-1'0,"1"1"0,-1 1 0,1 0 0,-1 0 0,1 1 0,12 4 0,-20-4 0,0 0 0,0 1 0,1-1 0,-1 1 0,-1 0 0,1 0 0,0 0 0,-1 0 0,1 1 0,-1-1 0,0 1 0,0 0 0,-1 0 0,1 0 0,-1 0 0,0 1 0,2 5 0,0-3 0,-1 1 0,0-1 0,-1 1 0,0 0 0,0-1 0,-1 1 0,1 0 0,-2 0 0,1 0 0,-1 0 0,-2 14 0,0-15 0,1-1 0,-1 0 0,-1 0 0,1-1 0,-1 1 0,0 0 0,0-1 0,-1 0 0,0 1 0,0-1 0,0-1 0,0 1 0,-1-1 0,0 1 0,-6 3 0,4-3 0,-1-1 0,1 0 0,-1 0 0,-13 5 0,-22 11 0,42-20 0,1 1 0,-1-1 0,1 0 0,-1 0 0,1 1 0,-1-1 0,1 0 0,-1 1 0,1-1 0,0 0 0,-1 1 0,1-1 0,-1 1 0,1-1 0,0 1 0,-1-1 0,1 1 0,0-1 0,0 1 0,0-1 0,-1 1 0,1-1 0,0 1 0,0 0 0,0-1 0,0 1 0,0-1 0,0 1 0,0-1 0,0 1 0,0 1 0,16 8 0,26-1 0,-25-8-1365,-1-1-5461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5:28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24575,'3'0'0,"4"0"0,4 0 0,3 0 0,2 0 0,1 0 0,1 0 0,0 0 0,-2 3 0,-2 1 0,0 0 0,1-1 0,1 0 0,-3-2-8191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5:30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89 24575,'53'-16'0,"-6"16"0,-38 1 0,-1-1 0,1 0 0,0 0 0,-1-1 0,1 0 0,13-4 0,-21 5 3,0 0 0,0-1 0,0 1 0,0 0 0,0-1 0,0 1 0,0-1 0,0 1 0,0-1 0,-1 0 0,1 1 0,0-1 0,0 0 0,-1 0 0,1 1 0,0-1 0,-1 0 0,1 0 0,-1 0 0,1 0 0,-1 0 0,1 0 0,-1 0 0,0 0 0,1 0 0,-1 0 0,0 0 0,0 0 0,0 0 0,0 0 0,0 0 0,0 0 0,0 0 0,0 0 0,0 0 0,-1 0 0,1 0 0,0 0 0,-1-1 0,0 0-90,0-1-1,0 1 1,0 1 0,-1-1-1,1 0 1,0 0 0,-1 0-1,1 1 1,-1-1-1,0 0 1,0 1 0,0 0-1,1-1 1,-1 1 0,0 0-1,-5-2 1,-6 0-6739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5:31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0 24575,'-5'0'0,"5"0"0,0 0 0,0 0 0,0 1 0,0-1 0,0 0 0,0 0 0,0 0 0,0 0 0,0 0 0,0 0 0,0 0 0,0 0 0,0 1 0,0-1 0,0 0 0,0 0 0,0 0 0,0 0 0,0 0 0,0 0 0,0 0 0,0 0 0,0 0 0,0 0 0,0 0 0,0 1 0,-1-1 0,1 0 0,0 0 0,0 0 0,0 0 0,0 0 0,0 0 0,0 0 0,0 0 0,0 0 0,0 0 0,0 0 0,-1 0 0,1 0 0,0 0 0,0 0 0,0 0 0,0 0 0,0 0 0,7 9 0,1 4 0,0 0 0,-2 1 0,0 0 0,0 0 0,-1 0 0,-1 1 0,0-1 0,-1 1 0,2 21 0,-2 16 0,-5 74 0,-1-35 0,2-56 0,-2 0 0,-2 0 0,-1 0 0,-11 39 0,-7 20 0,15-54 0,-1-1 0,-31 74 0,-26 32-1365,62-135-5461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5:33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24575,'47'-1'0,"-22"0"0,0 0 0,34 6 0,-51-4 0,-1 0 0,0 1 0,0-1 0,0 2 0,0-1 0,-1 1 0,1 0 0,-1 1 0,1-1 0,-1 1 0,0 1 0,8 7 0,-4-3-1365,-1-1-5461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5:34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 24575,'0'27'0,"-1"1"0,-1-1 0,-2 1 0,0-1 0,-12 38 0,-19 40 0,12-42 0,-23 114 0,45-176 0,1 0 0,0-1 0,-1 1 0,1 0 0,0 0 0,0-1 0,0 1 0,-1 0 0,1 0 0,0-1 0,0 1 0,0 0 0,0 0 0,0 0 0,1-1 0,-1 1 0,0 0 0,0 0 0,0-1 0,1 1 0,-1 0 0,0 0 0,1-1 0,-1 1 0,0 0 0,1-1 0,-1 1 0,1-1 0,0 2 0,18-13 0,17-34 0,7-24 0,-3-1 0,38-96 0,-68 141-118,-6 15 14,-1 0 0,1 0 0,1 1 0,-1-1 0,2 1 0,-1 0 0,1 0 1,1 1-1,-1 0 0,2 0 0,13-12 0,-8 13-6722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5:34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 24575,'0'0'0,"0"-1"0,0 0 0,0 1 0,0-1 0,1 0 0,-1 1 0,0-1 0,0 0 0,0 1 0,1-1 0,-1 0 0,0 1 0,1-1 0,-1 1 0,1-1 0,-1 1 0,1-1 0,-1 1 0,1-1 0,-1 1 0,1-1 0,-1 1 0,1 0 0,-1-1 0,1 1 0,0 0 0,-1 0 0,1-1 0,0 1 0,-1 0 0,1 0 0,0 0 0,-1 0 0,1 0 0,0 0 0,-1 0 0,1 0 0,0 0 0,-1 0 0,1 0 0,0 0 0,-1 0 0,1 1 0,0-1 0,-1 0 0,1 0 0,0 1 0,-1-1 0,1 1 0,0 0 0,2 0 0,1 0 0,-1 1 0,0 0 0,0-1 0,0 1 0,0 0 0,-1 0 0,1 1 0,2 2 0,2 5 0,-3-3 0,1 1 0,0-1 0,0 0 0,1-1 0,11 11 0,-13-14 0,0-1 0,0 0 0,1 0 0,-1 0 0,0 0 0,1-1 0,-1 0 0,1 1 0,0-2 0,-1 1 0,1-1 0,-1 1 0,8-2 0,5 1-1365,-2 0-5461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5:35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0 663 24575,'2'-4'0,"-1"1"0,0 0 0,1-1 0,0 1 0,0 0 0,0 0 0,0 0 0,1 0 0,-1 0 0,1 1 0,4-5 0,9-11 0,20-46 0,-3-2 0,40-113 0,-42 98 0,27-95 0,-58 175 0,1 0 0,-1 0 0,1 0 0,-1 0 0,1 0 0,-1 0 0,0 0 0,1 0 0,-1 0 0,0 0 0,0 0 0,0 0 0,0 0 0,0 0 0,0 0 0,0-1 0,0 1 0,0 0 0,-1 0 0,1 0 0,0 0 0,-1 0 0,1 0 0,-1 0 0,1 0 0,-1 0 0,1 0 0,-1 1 0,1-1 0,-1 0 0,0 0 0,0 0 0,1 1 0,-1-1 0,0 0 0,0 1 0,0-1 0,0 1 0,-1-1 0,0 0 0,0 1 0,0 0 0,0 1 0,0-1 0,0 0 0,0 0 0,0 1 0,0-1 0,0 1 0,0 0 0,0 0 0,0-1 0,1 1 0,-1 0 0,0 1 0,1-1 0,-1 0 0,0 0 0,1 1 0,-3 2 0,-6 9 0,1 1 0,0 0 0,1 1 0,1 0 0,0 0 0,-5 17 0,-8 17 0,-7 11 0,4 2 0,-27 102 0,42-125 0,1-1 0,1 1 0,3 1 0,1-1 0,4 47 0,-1-80 0,0-1 0,0 0 0,0 1 0,1-1 0,-1 0 0,2 0 0,-1 0 0,0 0 0,1-1 0,0 1 0,0-1 0,0 1 0,7 5 0,2 1 0,0 0 0,2-1 0,14 10 0,-27-19 0,0-1 0,0 1 0,0 0 0,0-1 0,0 1 0,0 0 0,0-1 0,0 1 0,1-1 0,-1 0 0,0 1 0,0-1 0,0 0 0,0 0 0,1 0 0,-1 0 0,0 0 0,0 0 0,0 0 0,0 0 0,1 0 0,-1 0 0,0-1 0,0 1 0,0-1 0,0 1 0,0-1 0,0 1 0,0-1 0,0 1 0,0-1 0,0 0 0,0 0 0,0 1 0,0-1 0,0 0 0,-1 0 0,1 0 0,0 0 0,-1 0 0,1 0 0,0 0 0,-1 0 0,1 0 0,0-2 0,2-8 0,1 0 0,-1 1 0,-1-1 0,2-13 0,-1 2 0,1 6-341,-2 1 0,0-1-1,0-16 1,-2 17-6485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5:3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211 110 24575,'0'-5'0,"1"-8"0,-2 1 0,0-1 0,0 1 0,-4-14 0,5 24 0,0 1 0,0 0 0,0 0 0,0-1 0,-1 1 0,1 0 0,-1 0 0,1 0 0,-1 0 0,1-1 0,-1 1 0,0 0 0,1 0 0,-1 0 0,0 0 0,0 0 0,0 0 0,0 1 0,0-1 0,0 0 0,0 0 0,0 1 0,0-1 0,0 0 0,0 1 0,0-1 0,0 1 0,-1 0 0,1-1 0,0 1 0,0 0 0,-1 0 0,1 0 0,0-1 0,0 1 0,-1 1 0,1-1 0,0 0 0,-1 0 0,1 0 0,0 1 0,0-1 0,0 1 0,-1-1 0,1 1 0,0-1 0,0 1 0,0 0 0,0-1 0,0 1 0,0 0 0,0 0 0,-1 1 0,-7 5 0,0 1 0,1 1 0,0 0 0,0 0 0,1 0 0,0 1 0,1 0 0,-6 12 0,-3 7 0,-17 52 0,6 17 0,24-89 0,0 0 0,1 1 0,0-1 0,1 1 0,0-1 0,1 1 0,0-1 0,3 15 0,-3-21 0,0 0 0,1 0 0,-1 0 0,1 0 0,-1 0 0,1-1 0,0 1 0,0-1 0,0 1 0,0-1 0,1 0 0,-1 1 0,1-1 0,-1 0 0,1-1 0,0 1 0,0 0 0,0-1 0,0 0 0,0 1 0,0-1 0,0 0 0,0-1 0,0 1 0,0 0 0,1-1 0,-1 0 0,0 0 0,0 0 0,6-1 0,-3 1 0,0-1 0,0-1 0,0 1 0,0-1 0,0 0 0,-1 0 0,1 0 0,-1-1 0,0 0 0,0 0 0,0 0 0,0-1 0,0 1 0,-1-1 0,8-8 0,-4 1 0,-1 0 0,-1 0 0,1 0 0,-2-1 0,0 0 0,0 0 0,-1 0 0,0-1 0,2-22 0,-1-5 0,-3-72 0,-2 80 0,6 1 0,-1 26 0,0 21 0,-2 70 0,-4-72 0,0-1 0,1 1 0,1 0 0,0 0 0,1 0 0,0 0 0,1-1 0,1 1 0,9 21 0,-13-34-54,1 0-1,0 1 0,-1-1 1,1 0-1,0 0 1,0 0-1,0 0 0,0 0 1,0 0-1,0 0 1,0 0-1,1 0 0,-1 0 1,0-1-1,0 1 0,1 0 1,-1-1-1,0 1 1,1-1-1,-1 0 0,1 1 1,-1-1-1,1 0 1,1 0-1,9-1-6771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5:36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315 224 24575,'7'-53'0,"-6"48"0,1 0 0,-1 0 0,0 0 0,-1 0 0,1 0 0,-1 0 0,0 0 0,0 0 0,0 0 0,-1 0 0,0 0 0,0 1 0,0-1 0,-1 0 0,1 0 0,-1 0 0,0 1 0,0-1 0,-1 1 0,0 0 0,-3-5 0,0 1 0,0 1 0,-1 0 0,1 0 0,-1 1 0,0 0 0,-11-7 0,16 12 0,1 0 0,-1 0 0,0 1 0,0-1 0,1 1 0,-1-1 0,0 1 0,0-1 0,1 1 0,-1 0 0,0 0 0,0 0 0,0 0 0,1 0 0,-1 0 0,0 1 0,0-1 0,0 1 0,1-1 0,-1 1 0,0-1 0,1 1 0,-1 0 0,0 0 0,1 0 0,-1 0 0,1 0 0,0 0 0,-1 0 0,1 1 0,0-1 0,0 0 0,-1 1 0,1-1 0,0 1 0,1-1 0,-1 1 0,-1 2 0,-13 20 0,2 0 0,1 2 0,0-1 0,2 1 0,1 1 0,1 0 0,2 0 0,0 0 0,2 1 0,1 0 0,1 0 0,4 48 0,-2-71 0,1 0 0,0 0 0,1 0 0,-1 0 0,1 0 0,0 0 0,1-1 0,-1 1 0,1-1 0,0 1 0,0-1 0,0 0 0,0 0 0,1 0 0,-1-1 0,1 1 0,0-1 0,0 0 0,1 0 0,-1 0 0,1-1 0,-1 1 0,1-1 0,0 0 0,0 0 0,0-1 0,0 0 0,0 0 0,10 1 0,-9-1 0,-1 0 0,0-1 0,1 0 0,-1 0 0,0-1 0,1 1 0,-1-1 0,0 0 0,0 0 0,0-1 0,0 0 0,0 0 0,0 0 0,0 0 0,0-1 0,-1 0 0,1 0 0,-1 0 0,0 0 0,0-1 0,0 1 0,0-1 0,-1 0 0,1 0 0,-1-1 0,0 1 0,-1-1 0,5-9 0,7-24 0,-2-1 0,-2-1 0,7-55 0,1-19 0,-37 172 0,-1-2 0,-44 84 0,54-117 0,-30 58 0,-45 106 0,72-153 0,-25 48 0,32-70 0,0-1 0,-1-1 0,0 0 0,-1 0 0,0 0 0,0-1 0,-20 16 0,28-24 0,-1 0 0,1-1 0,-1 1 0,1-1 0,-1 1 0,0-1 0,1 1 0,-1-1 0,0 1 0,1-1 0,-1 0 0,0 1 0,0-1 0,1 0 0,-1 0 0,0 1 0,0-1 0,1 0 0,-1 0 0,0 0 0,0 0 0,0 0 0,0 0 0,1 0 0,-1 0 0,0 0 0,0-1 0,1 1 0,-1 0 0,0 0 0,0-1 0,1 1 0,-1-1 0,0 1 0,0 0 0,1-1 0,-1 1 0,1-1 0,-1 0 0,0 1 0,1-1 0,-1 1 0,1-1 0,0 0 0,-1 1 0,1-1 0,-1 0 0,1 0 0,0 1 0,0-1 0,-1 0 0,1 0 0,0 0 0,-1-3 0,1 1 0,-1 0 0,1-1 0,0 1 0,0 0 0,0-1 0,0 1 0,1 0 0,-1 0 0,1-1 0,0 1 0,2-4 0,9-13-170,1 0-1,1 0 0,1 2 1,0 0-1,2 0 0,0 2 1,30-23-1,-32 27-6655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5:37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1 24575,'0'39'0,"-1"0"0,-2 0 0,-2 1 0,-1-2 0,-2 1 0,-2-1 0,-24 61 0,6-26 0,20-47 0,-2-1 0,-22 42 0,26-56-1365,1-1-5461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5:37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 24575,'0'-3'0,"1"1"0,0 0 0,-1 0 0,1 0 0,0 0 0,0 0 0,1 0 0,-1 1 0,0-1 0,1 0 0,-1 0 0,1 1 0,-1-1 0,1 1 0,0 0 0,0-1 0,-1 1 0,1 0 0,0 0 0,0 0 0,0 0 0,3-1 0,48-13 0,-49 15 0,-1 0 0,1 0 0,-1 0 0,0 0 0,1 1 0,-1 0 0,1 0 0,-1 0 0,0 0 0,0 0 0,0 1 0,0-1 0,0 1 0,0 0 0,0 0 0,0 0 0,0 0 0,-1 0 0,1 1 0,-1-1 0,0 1 0,0 0 0,0-1 0,0 1 0,0 0 0,-1 0 0,1 0 0,-1 1 0,0-1 0,0 0 0,0 0 0,0 1 0,0-1 0,0 7 0,0-4 0,0 0 0,-1 0 0,1 0 0,-1 0 0,0 0 0,-1 0 0,0 0 0,1 0 0,-2 0 0,1-1 0,-1 1 0,0 0 0,0-1 0,0 1 0,-1-1 0,0 0 0,0 1 0,0-1 0,-8 8 0,1-4 0,0-1 0,-1 0 0,1-1 0,-2 0 0,1 0 0,-1-1 0,-17 6 0,27-12-65,1 1 0,-1-1 0,1 1 0,-1-1 0,0 1 0,1-1 0,-1 1 0,1 0 0,0 0 0,-1 0 0,1 0 0,0 0 0,0 0 0,-1 0 0,1 0 0,0 1 0,0-1 0,0 0 0,0 1 0,-1 1 0,2 4-6761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5:37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6:48:27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0 495 24575,'75'1'0,"81"-3"0,-100-6 0,-36 4 0,0 1 0,24 0 0,-13 2 0,0-1 0,35-8 0,117-10 0,-141 17 0,21-5 0,33-1 0,-10-1 0,-31 2 0,34-9 0,-67 11 0,-1 2 0,1 0 0,36 0 0,136-13 0,-18-1 0,-90 8 0,-31 2 0,46-8 0,-66 9 0,0 1 0,42 0 0,81-11 0,-156 17 0,31 1 0,0-2 0,0 0 0,0-3 0,0 0 0,41-12 0,-55 9 0,0 1 0,1 1 0,0 1 0,0 1 0,29-1 0,110-13 0,300 18 0,-319-20 0,973 20 0,-1080-3 0,-1-1 0,42-10 0,-43 7 0,1 1 0,48-2 0,33 9 0,143-4 0,-178-6 0,57-2 0,694 11 0,-653-19 0,-109 18 0,23 2 0,142-17 0,-21-3 0,-110 10 0,-70 7 0,0-1 0,53-11 0,-48 5 0,47-3 0,-4 1 0,-30 4 0,1 3 0,82 5 0,-32 1 0,23-20-1365,-108 16-5461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7:00:06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426 40 24575,'-33'0'0,"-63"8"0,82-6 0,0 2 0,0-1 0,1 2 0,-1 0 0,1 1 0,0 0 0,-12 8 0,5-2 0,0 1 0,1 1 0,0 1 0,-23 24 0,36-33 0,0 1 0,1 0 0,0 0 0,0 0 0,1 1 0,0 0 0,0-1 0,1 1 0,0 1 0,0-1 0,1 0 0,0 1 0,1 0 0,0-1 0,-1 12 0,2-12 0,0-1 0,0-1 0,0 0 0,0 1 0,1-1 0,0 1 0,3 11 0,-3-17 0,0 1 0,0 0 0,0 0 0,1-1 0,-1 1 0,0-1 0,1 1 0,-1-1 0,1 1 0,-1-1 0,1 0 0,0 0 0,-1 0 0,1 0 0,0 0 0,0 0 0,0 0 0,0 0 0,0-1 0,0 1 0,0-1 0,0 0 0,0 1 0,0-1 0,4 0 0,13 2 0,1-1 0,-1-1 0,1-1 0,0 0 0,-1-2 0,0 0 0,1-1 0,31-11 0,-3-7 0,-26 14 0,-1-2 0,0-1 0,0-1 0,33-25 0,-28 16 0,-9 8 0,-1-1 0,0-1 0,23-27 0,-29 28 0,-1 1 0,0-2 0,13-26 0,-20 36 0,0 1 0,0-1 0,0 0 0,-1 0 0,0 0 0,0 0 0,0 0 0,0 0 0,-1 0 0,0 0 0,0 0 0,-1 0 0,1 0 0,-1 0 0,0 0 0,-3-9 0,4 13 0,-1 1 0,1-1 0,0 1 0,0-1 0,0 1 0,0 0 0,-1-1 0,1 1 0,0-1 0,-1 1 0,1 0 0,0-1 0,-1 1 0,1 0 0,0-1 0,-1 1 0,1 0 0,0 0 0,-1-1 0,1 1 0,-1 0 0,1 0 0,-1 0 0,1 0 0,0-1 0,-1 1 0,1 0 0,-1 0 0,1 0 0,-1 0 0,1 0 0,-1 0 0,1 0 0,-1 0 0,1 0 0,-1 1 0,1-1 0,-1 0 0,-18 17 0,-8 25 0,10-14 0,-27 37 0,26-41 0,-25 46 0,38-60 0,0 0 0,1 0 0,1 0 0,0 1 0,0-1 0,1 1 0,1 0 0,-2 17 0,4 25-1365,-1-38-5461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7:00:06.9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37 24575,'-1'-1'0,"1"-1"0,-1 0 0,1 0 0,-1 1 0,0-1 0,0 1 0,0-1 0,0 1 0,0-1 0,0 1 0,0 0 0,0-1 0,0 1 0,-1 0 0,1 0 0,-1 0 0,1 0 0,-1 0 0,1 0 0,-1 0 0,1 0 0,-1 1 0,0-1 0,1 1 0,-1-1 0,0 1 0,0 0 0,1-1 0,-4 1 0,-56-5 0,58 5 0,-3 0 0,0 1 0,-1-1 0,1 1 0,0 0 0,0 0 0,0 0 0,1 1 0,-1 0 0,0 0 0,1 1 0,-1 0 0,1 0 0,0 0 0,-5 4 0,2 0 0,1 0 0,0 0 0,1 1 0,-1 0 0,2 0 0,-1 0 0,-7 18 0,12-25 0,-8 15 0,0 0 0,1 0 0,1 1 0,0 0 0,2 0 0,0 1 0,0 0 0,2 0 0,0 0 0,0 21 0,2-9 0,0-17 0,1 0 0,0 0 0,1-1 0,3 20 0,-3-30 0,-1 1 0,1-1 0,-1 0 0,1 1 0,0-1 0,0 0 0,0 0 0,1 0 0,-1 0 0,0 0 0,1 0 0,-1 0 0,1 0 0,0 0 0,0-1 0,0 1 0,-1-1 0,1 1 0,1-1 0,-1 0 0,0 0 0,0 0 0,0 0 0,1 0 0,-1 0 0,0-1 0,1 1 0,3 0 0,10 1-105,-1-1 0,1 0 0,0-1 0,-1 0 0,1-1 0,-1-1 0,1-1 0,-1 0 0,0-1 0,0-1 0,0 0 0,15-8 0,-17 5-6721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7:00:07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58 24575,'1'62'0,"1"-30"0,-2 0 0,-1 0 0,-2 0 0,-7 34 0,0 4 0,10-67 0,-1-1 0,1 1 0,0-1 0,0 1 0,0-1 0,0 0 0,1 1 0,-1-1 0,0 1 0,1-1 0,0 0 0,0 1 0,-1-1 0,1 0 0,1 0 0,-1 1 0,0-1 0,0 0 0,1 0 0,-1 0 0,1-1 0,0 1 0,0 0 0,-1-1 0,4 3 0,-3-4 0,0 0 0,-1 0 0,1 0 0,0 0 0,0 0 0,0-1 0,-1 1 0,1-1 0,0 1 0,0-1 0,-1 0 0,1 1 0,0-1 0,-1 0 0,1 0 0,-1 0 0,1 0 0,-1-1 0,0 1 0,1 0 0,-1 0 0,1-3 0,32-38 0,-26 32 0,21-33 0,-2-1 0,-2-1 0,-2-2 0,23-65 0,-19 46 0,-27 65 0,0 1 0,0-1 0,0 0 0,0 1 0,0-1 0,0 1 0,0-1 0,1 0 0,-1 1 0,0-1 0,1 0 0,-1 1 0,0-1 0,1 1 0,-1-1 0,0 1 0,1-1 0,-1 1 0,1-1 0,-1 1 0,1 0 0,0-1 0,-1 1 0,1-1 0,-1 1 0,1 0 0,-1 0 0,1-1 0,0 1 0,1 0 0,5 19 0,-3 33 0,-7 36 0,5 93 0,-2-175-105,1 0 0,0-1 0,1 1 0,-1-1 0,1 1 0,0-1 0,0 1 0,1-1 0,0 0 0,0 0 0,0 0 0,5 5 0,-1-3-6721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7:00:08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0 648 24575,'2'-1'0,"0"1"0,1-1 0,-1 0 0,0 1 0,0-1 0,0 0 0,0 0 0,0-1 0,-1 1 0,1 0 0,0 0 0,0-1 0,-1 1 0,1-1 0,-1 0 0,1 1 0,-1-1 0,2-3 0,26-46 0,-16 27 0,6-12 0,-2-1 0,23-70 0,-33 85 0,43-143 0,-35 103 0,-13 48 0,1 1 0,0-1 0,1 1 0,1 0 0,0 0 0,9-17 0,-14 30 0,0-1 0,0 1 0,0 0 0,0 0 0,0-1 0,0 1 0,1 0 0,-1-1 0,0 1 0,0 0 0,0-1 0,0 1 0,1 0 0,-1 0 0,0-1 0,0 1 0,0 0 0,1 0 0,-1-1 0,0 1 0,0 0 0,1 0 0,-1 0 0,0-1 0,1 1 0,-1 0 0,0 0 0,1 0 0,-1 0 0,0 0 0,1 0 0,-1 0 0,0 0 0,1 0 0,-1 0 0,0 0 0,1 0 0,-1 0 0,0 0 0,0 0 0,1 0 0,-1 0 0,0 0 0,1 0 0,-1 0 0,0 1 0,1-1 0,-1 0 0,0 0 0,0 0 0,1 0 0,-1 1 0,1-1 0,5 27 0,-4 39 0,-2-63 0,8 132 0,0-1 0,-2-86 0,-6-47 0,0-1 0,0 1 0,0 0 0,1-1 0,-1 1 0,0 0 0,1-1 0,-1 1 0,1 0 0,-1-1 0,1 1 0,-1-1 0,1 1 0,-1 0 0,1-1 0,0 0 0,-1 1 0,1-1 0,-1 1 0,1-1 0,0 0 0,0 1 0,1-1 0,-1 0 0,0 0 0,0-1 0,0 1 0,1 0 0,-1-1 0,0 1 0,0 0 0,0-1 0,0 1 0,0-1 0,1 0 0,-1 1 0,0-1 0,-1 0 0,1 0 0,0 0 0,2-1 0,6-9 0,1-1 0,-1 0 0,-1 0 0,0 0 0,-1-1 0,-1 0 0,10-25 0,-2-5 0,12-54 0,-18 41 0,-6 41 0,0-1 0,1 2 0,1-1 0,7-22 0,-11 37 0,1 0 0,-1 0 0,0 0 0,0 0 0,0 0 0,0 1 0,0-1 0,0 0 0,0 0 0,0 0 0,0 0 0,0 0 0,0 0 0,1 0 0,-1 0 0,0 0 0,0 1 0,0-1 0,0 0 0,0 0 0,0 0 0,1 0 0,-1 0 0,0 0 0,0 0 0,0 0 0,0 0 0,0 0 0,0 0 0,1 0 0,-1 0 0,0 0 0,0 0 0,0 0 0,0 0 0,0 0 0,0 0 0,1 0 0,-1 0 0,0-1 0,0 1 0,0 0 0,0 0 0,0 0 0,0 0 0,0 0 0,1 0 0,-1 0 0,0 0 0,0 0 0,0-1 0,0 1 0,0 0 0,0 0 0,0 0 0,0 0 0,0 0 0,0 0 0,0-1 0,0 1 0,4 21 0,-2 26 0,-3 270-1365,1-303-5461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7:00:08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24575,'0'602'0,"-2"-584"0,0 1 0,0-1 0,-6 18 0,6-30 0,2-3-318,1-5-729,2-5-5779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7:00:09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79 24575,'0'-4'0,"-1"0"0,0 0 0,0 0 0,0 0 0,-1 0 0,1 0 0,-1 1 0,0-1 0,0 1 0,0-1 0,-1 1 0,1 0 0,-1 0 0,0 0 0,0 0 0,0 0 0,-4-2 0,0 2 0,0 0 0,0 1 0,0 1 0,-1-1 0,1 1 0,0 0 0,-1 1 0,1 0 0,-1 0 0,1 0 0,-14 4 0,-3 1 0,1 2 0,-29 12 0,2-1 0,21-12-1365,15-4-5461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7:00:10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24575,'114'-10'0,"-87"5"0,1 3 0,0 0 0,40 3 0,-66-1 0,0 0 0,-1 0 0,1 1 0,0-1 0,-1 1 0,1-1 0,-1 1 0,1 0 0,-1-1 0,1 1 0,-1 0 0,1 0 0,-1 0 0,0 0 0,1 0 0,-1 1 0,0-1 0,0 0 0,0 1 0,0-1 0,1 2 0,0 1 0,-1 0 0,0 0 0,1-1 0,-1 1 0,0 0 0,-1 0 0,1 0 0,-1 8 0,-1 7 0,-1 0 0,0 1 0,-7 18 0,6-23 0,-6 61 0,8-57 0,-1 0 0,-1 0 0,-8 30 0,-4 18-1365,13-52-5461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7:00:10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24575,'1'0'0,"0"1"0,0-1 0,0 1 0,-1-1 0,1 1 0,0 0 0,0-1 0,0 1 0,-1 0 0,1 0 0,0 0 0,0-1 0,-1 1 0,1 0 0,-1 0 0,1 0 0,-1 0 0,0 0 0,1 0 0,-1 0 0,0 0 0,1 0 0,-1 0 0,0 0 0,0 1 0,0-1 0,0 1 0,2 37 0,-2-35 0,0 423-1365,0-412-5461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7:00:11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24575,'87'17'0,"-17"-8"0,20 1 0,-55-8-1365,-19 2-5461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7:00:11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12 24575,'0'-1'0,"1"1"0,-1-1 0,0 1 0,0 0 0,0-1 0,0 1 0,0-1 0,0 1 0,0 0 0,0-1 0,0 1 0,-1 0 0,1-1 0,0 1 0,0-1 0,0 1 0,0 0 0,0-1 0,-1 1 0,1 0 0,0-1 0,0 1 0,-1 0 0,1 0 0,0-1 0,0 1 0,-1 0 0,1 0 0,0-1 0,-1 1 0,1 0 0,0 0 0,-1 0 0,1-1 0,-1 1 0,-14 7 0,-9 19 0,-36 116 0,52-127 0,-38 96 0,42-98 0,0-1 0,1 1 0,0-1 0,1 1 0,1 0 0,0 0 0,1 15 0,0-27 0,1 1 0,-1-1 0,0 1 0,1 0 0,-1-1 0,1 1 0,0-1 0,-1 1 0,1-1 0,0 0 0,0 1 0,0-1 0,0 0 0,0 1 0,0-1 0,0 0 0,0 0 0,1 0 0,-1 0 0,0 0 0,1 0 0,1 1 0,2 0 0,-1-1 0,1 1 0,-1-1 0,1 0 0,0 0 0,0 0 0,9 0 0,-5-1 0,1 0 0,-1-1 0,1 0 0,-1-1 0,0 0 0,1 0 0,15-7 0,-16 4 0,-1 0 0,-1-1 0,1 0 0,-1 0 0,0-1 0,0 0 0,-1 0 0,0 0 0,0-1 0,-1 0 0,0 0 0,0-1 0,-1 1 0,6-17 0,2-12 0,-1 0 0,7-53 0,-7 33 0,-3-13-1365,-8 54-5461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7:00:12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 24575,'-1'57'0,"-11"81"0,-19 19 0,13-54-10,13-63-1345,3-25-5471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7:00:12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24575,'3'0'0,"4"0"0,4 0 0,0 3 0,1 1 0,4 3 0,3 0 0,1-1 0,1-2 0,-2-1 0,-3 2 0,-1 0 0,-1-1 0,1-1 0,1-1 0,0-1 0,-2-1-8191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7:00:13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84 24575,'1'20'0,"-2"1"0,-1-1 0,0 0 0,-1 0 0,-1-1 0,-1 1 0,-1-1 0,-13 30 0,8-23 0,2 1 0,0 1 0,-6 41 0,14-60 0,-1 1 0,1-1 0,1 1 0,0 0 0,0 0 0,3 18 0,-2-27 0,-1 1 0,0 0 0,1-1 0,0 1 0,-1 0 0,1-1 0,0 1 0,0-1 0,0 1 0,0-1 0,0 0 0,0 1 0,0-1 0,1 0 0,-1 0 0,0 0 0,1 1 0,1 0 0,-1-2 0,0 1 0,0-1 0,0 1 0,1-1 0,-1 0 0,0 0 0,0 0 0,0 0 0,1 0 0,-1-1 0,0 1 0,0 0 0,0-1 0,0 0 0,0 1 0,0-1 0,0 0 0,3-2 0,11-6 0,0-1 0,-1 0 0,-1-2 0,0 1 0,0-2 0,-1 0 0,-1 0 0,16-22 0,76-128 0,-103 161 0,18-36 0,-2 0 0,16-51 0,-9-4 0,-26 104 0,1 1 0,1 0 0,1 19 0,-1 41 0,-11 65 0,6-62 0,-11 29-1365,15-89-5461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7:00:13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24 24575,'0'35'0,"-2"1"0,-1-1 0,-2 0 0,-1 0 0,-2 0 0,-2-1 0,-23 57 0,21-64 0,3-10 0,1 1 0,1 0 0,1 0 0,-5 22 0,12-40 0,0 0 0,-1 0 0,1 0 0,0 0 0,0-1 0,0 1 0,-1 0 0,1 0 0,0 0 0,0-1 0,-1 1 0,1 0 0,0-1 0,-1 1 0,1 0 0,0-1 0,-1 1 0,1-1 0,0 1 0,-1-1 0,1 1 0,-1-1 0,1 0 0,-1 1 0,1-2 0,22-18 0,17-27 0,-1-2 0,-3-2 0,45-84 0,-25 34 0,-12 26-1365,-38 66-5461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7:00:14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24575,'5'0'0,"0"-1"0,0 1 0,0 1 0,0-1 0,0 1 0,0 0 0,0 0 0,0 0 0,-1 1 0,1 0 0,0 0 0,-1 0 0,1 0 0,-1 1 0,0-1 0,0 1 0,0 0 0,0 1 0,-1-1 0,1 1 0,-1-1 0,0 1 0,0 0 0,0 0 0,0 0 0,-1 1 0,0-1 0,1 1 0,-2-1 0,1 1 0,0 0 0,-1 0 0,0-1 0,0 1 0,-1 0 0,1 0 0,-1 0 0,-1 6 0,1-9 0,0 7 0,0-1 0,1 1 0,0 0 0,0 0 0,1 0 0,3 10 0,-4-17 0,1 0 0,-1 1 0,0-1 0,1 0 0,-1 0 0,1 0 0,0 0 0,-1-1 0,1 1 0,0 0 0,0-1 0,0 1 0,1-1 0,-1 1 0,0-1 0,0 0 0,1 0 0,-1 0 0,0-1 0,1 1 0,-1 0 0,1-1 0,-1 0 0,1 1 0,0-1 0,2 0 0,30 0-1365,-20-1-5461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7:00:15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58 24575,'-10'0'0,"-1"1"0,1 0 0,0 1 0,0 0 0,1 1 0,-1 0 0,0 0 0,1 1 0,0 0 0,0 1 0,0 0 0,0 0 0,1 1 0,0 0 0,0 1 0,1-1 0,-13 16 0,8-7 0,0 0 0,1 1 0,1 0 0,1 1 0,1 0 0,0 1 0,1-1 0,-8 32 0,5-12 0,2 1 0,2 0 0,1 1 0,1 50 0,4-74 0,0-2 0,0 0 0,0 0 0,2 0 0,-1-1 0,8 24 0,-8-33 0,0 0 0,1 0 0,-1 0 0,1 0 0,0 0 0,0-1 0,0 1 0,0 0 0,0-1 0,1 0 0,-1 1 0,1-1 0,-1 0 0,1 0 0,0-1 0,0 1 0,0-1 0,0 1 0,0-1 0,0 0 0,0 0 0,1 0 0,-1 0 0,0-1 0,0 0 0,1 1 0,5-1 0,5-1 0,0 0 0,1-1 0,-1-1 0,0 0 0,0-1 0,-1 0 0,1-1 0,-1-1 0,0 0 0,0 0 0,-1-2 0,1 1 0,-2-2 0,1 0 0,-1 0 0,17-19 0,-6 5 0,-2-2 0,0 0 0,-1-1 0,-2-1 0,-1 0 0,20-48 0,-24 46 0,-3 0 0,0 0 0,-2-1 0,0 0 0,-3 0 0,0 0 0,-2-61 0,-3 16 0,1 60 0,0 13 0,0 4 0,-1 61 0,-11 72 0,6-68 0,6 113 0,2-74 0,-2-104-62,-1 1 0,2 0 0,-1 0 0,0 0 0,0 0 0,1-1 0,0 1 0,-1 0 0,1 0 0,0-1 0,0 1 0,1-1-1,-1 1 1,0-1 0,1 1 0,0-1 0,0 0 0,-1 0 0,1 0 0,0 0 0,5 4 0,2 0-6764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6.png"/><Relationship Id="rId299" Type="http://schemas.openxmlformats.org/officeDocument/2006/relationships/image" Target="../media/image144.png"/><Relationship Id="rId21" Type="http://schemas.openxmlformats.org/officeDocument/2006/relationships/customXml" Target="../ink/ink11.xml"/><Relationship Id="rId63" Type="http://schemas.openxmlformats.org/officeDocument/2006/relationships/customXml" Target="../ink/ink33.xml"/><Relationship Id="rId159" Type="http://schemas.openxmlformats.org/officeDocument/2006/relationships/image" Target="../media/image77.png"/><Relationship Id="rId324" Type="http://schemas.openxmlformats.org/officeDocument/2006/relationships/customXml" Target="../ink/ink167.xml"/><Relationship Id="rId170" Type="http://schemas.openxmlformats.org/officeDocument/2006/relationships/customXml" Target="../ink/ink87.xml"/><Relationship Id="rId226" Type="http://schemas.openxmlformats.org/officeDocument/2006/relationships/customXml" Target="../ink/ink115.xml"/><Relationship Id="rId268" Type="http://schemas.openxmlformats.org/officeDocument/2006/relationships/customXml" Target="../ink/ink138.xml"/><Relationship Id="rId32" Type="http://schemas.openxmlformats.org/officeDocument/2006/relationships/image" Target="../media/image15.png"/><Relationship Id="rId74" Type="http://schemas.openxmlformats.org/officeDocument/2006/relationships/image" Target="../media/image35.png"/><Relationship Id="rId128" Type="http://schemas.openxmlformats.org/officeDocument/2006/relationships/customXml" Target="../ink/ink66.xml"/><Relationship Id="rId335" Type="http://schemas.openxmlformats.org/officeDocument/2006/relationships/customXml" Target="../ink/ink173.xml"/><Relationship Id="rId5" Type="http://schemas.openxmlformats.org/officeDocument/2006/relationships/image" Target="../media/image2.png"/><Relationship Id="rId181" Type="http://schemas.openxmlformats.org/officeDocument/2006/relationships/image" Target="../media/image88.png"/><Relationship Id="rId237" Type="http://schemas.openxmlformats.org/officeDocument/2006/relationships/image" Target="../media/image116.png"/><Relationship Id="rId279" Type="http://schemas.openxmlformats.org/officeDocument/2006/relationships/customXml" Target="../ink/ink144.xml"/><Relationship Id="rId43" Type="http://schemas.openxmlformats.org/officeDocument/2006/relationships/image" Target="../media/image20.png"/><Relationship Id="rId139" Type="http://schemas.openxmlformats.org/officeDocument/2006/relationships/image" Target="../media/image67.png"/><Relationship Id="rId290" Type="http://schemas.openxmlformats.org/officeDocument/2006/relationships/image" Target="../media/image140.png"/><Relationship Id="rId304" Type="http://schemas.openxmlformats.org/officeDocument/2006/relationships/customXml" Target="../ink/ink157.xml"/><Relationship Id="rId346" Type="http://schemas.openxmlformats.org/officeDocument/2006/relationships/image" Target="../media/image167.png"/><Relationship Id="rId85" Type="http://schemas.openxmlformats.org/officeDocument/2006/relationships/customXml" Target="../ink/ink44.xml"/><Relationship Id="rId150" Type="http://schemas.openxmlformats.org/officeDocument/2006/relationships/customXml" Target="../ink/ink77.xml"/><Relationship Id="rId192" Type="http://schemas.openxmlformats.org/officeDocument/2006/relationships/customXml" Target="../ink/ink98.xml"/><Relationship Id="rId206" Type="http://schemas.openxmlformats.org/officeDocument/2006/relationships/customXml" Target="../ink/ink105.xml"/><Relationship Id="rId248" Type="http://schemas.openxmlformats.org/officeDocument/2006/relationships/customXml" Target="../ink/ink126.xml"/><Relationship Id="rId12" Type="http://schemas.openxmlformats.org/officeDocument/2006/relationships/customXml" Target="../ink/ink6.xml"/><Relationship Id="rId108" Type="http://schemas.openxmlformats.org/officeDocument/2006/relationships/customXml" Target="../ink/ink56.xml"/><Relationship Id="rId315" Type="http://schemas.openxmlformats.org/officeDocument/2006/relationships/image" Target="../media/image152.png"/><Relationship Id="rId357" Type="http://schemas.openxmlformats.org/officeDocument/2006/relationships/customXml" Target="../ink/ink184.xml"/><Relationship Id="rId54" Type="http://schemas.openxmlformats.org/officeDocument/2006/relationships/image" Target="../media/image25.png"/><Relationship Id="rId96" Type="http://schemas.openxmlformats.org/officeDocument/2006/relationships/image" Target="../media/image46.png"/><Relationship Id="rId161" Type="http://schemas.openxmlformats.org/officeDocument/2006/relationships/image" Target="../media/image78.png"/><Relationship Id="rId217" Type="http://schemas.openxmlformats.org/officeDocument/2006/relationships/image" Target="../media/image106.png"/><Relationship Id="rId259" Type="http://schemas.openxmlformats.org/officeDocument/2006/relationships/image" Target="../media/image127.png"/><Relationship Id="rId23" Type="http://schemas.openxmlformats.org/officeDocument/2006/relationships/customXml" Target="../ink/ink12.xml"/><Relationship Id="rId119" Type="http://schemas.openxmlformats.org/officeDocument/2006/relationships/image" Target="../media/image57.png"/><Relationship Id="rId270" Type="http://schemas.openxmlformats.org/officeDocument/2006/relationships/customXml" Target="../ink/ink139.xml"/><Relationship Id="rId326" Type="http://schemas.openxmlformats.org/officeDocument/2006/relationships/customXml" Target="../ink/ink168.xml"/><Relationship Id="rId65" Type="http://schemas.openxmlformats.org/officeDocument/2006/relationships/customXml" Target="../ink/ink34.xml"/><Relationship Id="rId130" Type="http://schemas.openxmlformats.org/officeDocument/2006/relationships/customXml" Target="../ink/ink67.xml"/><Relationship Id="rId172" Type="http://schemas.openxmlformats.org/officeDocument/2006/relationships/customXml" Target="../ink/ink88.xml"/><Relationship Id="rId228" Type="http://schemas.openxmlformats.org/officeDocument/2006/relationships/customXml" Target="../ink/ink116.xml"/><Relationship Id="rId281" Type="http://schemas.openxmlformats.org/officeDocument/2006/relationships/customXml" Target="../ink/ink145.xml"/><Relationship Id="rId337" Type="http://schemas.openxmlformats.org/officeDocument/2006/relationships/customXml" Target="../ink/ink174.xml"/><Relationship Id="rId34" Type="http://schemas.openxmlformats.org/officeDocument/2006/relationships/image" Target="../media/image16.png"/><Relationship Id="rId76" Type="http://schemas.openxmlformats.org/officeDocument/2006/relationships/image" Target="../media/image36.png"/><Relationship Id="rId141" Type="http://schemas.openxmlformats.org/officeDocument/2006/relationships/image" Target="../media/image68.png"/><Relationship Id="rId7" Type="http://schemas.openxmlformats.org/officeDocument/2006/relationships/image" Target="../media/image3.png"/><Relationship Id="rId183" Type="http://schemas.openxmlformats.org/officeDocument/2006/relationships/image" Target="../media/image89.png"/><Relationship Id="rId239" Type="http://schemas.openxmlformats.org/officeDocument/2006/relationships/image" Target="../media/image117.png"/><Relationship Id="rId250" Type="http://schemas.openxmlformats.org/officeDocument/2006/relationships/customXml" Target="../ink/ink127.xml"/><Relationship Id="rId292" Type="http://schemas.openxmlformats.org/officeDocument/2006/relationships/image" Target="../media/image141.png"/><Relationship Id="rId306" Type="http://schemas.openxmlformats.org/officeDocument/2006/relationships/customXml" Target="../ink/ink158.xml"/><Relationship Id="rId45" Type="http://schemas.openxmlformats.org/officeDocument/2006/relationships/image" Target="../media/image21.png"/><Relationship Id="rId87" Type="http://schemas.openxmlformats.org/officeDocument/2006/relationships/customXml" Target="../ink/ink45.xml"/><Relationship Id="rId110" Type="http://schemas.openxmlformats.org/officeDocument/2006/relationships/customXml" Target="../ink/ink57.xml"/><Relationship Id="rId348" Type="http://schemas.openxmlformats.org/officeDocument/2006/relationships/image" Target="../media/image168.png"/><Relationship Id="rId152" Type="http://schemas.openxmlformats.org/officeDocument/2006/relationships/customXml" Target="../ink/ink78.xml"/><Relationship Id="rId194" Type="http://schemas.openxmlformats.org/officeDocument/2006/relationships/customXml" Target="../ink/ink99.xml"/><Relationship Id="rId208" Type="http://schemas.openxmlformats.org/officeDocument/2006/relationships/customXml" Target="../ink/ink106.xml"/><Relationship Id="rId261" Type="http://schemas.openxmlformats.org/officeDocument/2006/relationships/customXml" Target="../ink/ink133.xml"/><Relationship Id="rId14" Type="http://schemas.openxmlformats.org/officeDocument/2006/relationships/customXml" Target="../ink/ink7.xml"/><Relationship Id="rId56" Type="http://schemas.openxmlformats.org/officeDocument/2006/relationships/image" Target="../media/image26.png"/><Relationship Id="rId317" Type="http://schemas.openxmlformats.org/officeDocument/2006/relationships/image" Target="../media/image153.png"/><Relationship Id="rId359" Type="http://schemas.openxmlformats.org/officeDocument/2006/relationships/customXml" Target="../ink/ink185.xml"/><Relationship Id="rId98" Type="http://schemas.openxmlformats.org/officeDocument/2006/relationships/image" Target="../media/image47.png"/><Relationship Id="rId121" Type="http://schemas.openxmlformats.org/officeDocument/2006/relationships/image" Target="../media/image58.png"/><Relationship Id="rId163" Type="http://schemas.openxmlformats.org/officeDocument/2006/relationships/image" Target="../media/image79.png"/><Relationship Id="rId219" Type="http://schemas.openxmlformats.org/officeDocument/2006/relationships/image" Target="../media/image107.png"/><Relationship Id="rId230" Type="http://schemas.openxmlformats.org/officeDocument/2006/relationships/customXml" Target="../ink/ink117.xml"/><Relationship Id="rId25" Type="http://schemas.openxmlformats.org/officeDocument/2006/relationships/customXml" Target="../ink/ink13.xml"/><Relationship Id="rId67" Type="http://schemas.openxmlformats.org/officeDocument/2006/relationships/customXml" Target="../ink/ink35.xml"/><Relationship Id="rId272" Type="http://schemas.openxmlformats.org/officeDocument/2006/relationships/customXml" Target="../ink/ink140.xml"/><Relationship Id="rId328" Type="http://schemas.openxmlformats.org/officeDocument/2006/relationships/customXml" Target="../ink/ink169.xml"/><Relationship Id="rId88" Type="http://schemas.openxmlformats.org/officeDocument/2006/relationships/image" Target="../media/image42.png"/><Relationship Id="rId111" Type="http://schemas.openxmlformats.org/officeDocument/2006/relationships/image" Target="../media/image53.png"/><Relationship Id="rId132" Type="http://schemas.openxmlformats.org/officeDocument/2006/relationships/customXml" Target="../ink/ink68.xml"/><Relationship Id="rId153" Type="http://schemas.openxmlformats.org/officeDocument/2006/relationships/image" Target="../media/image74.png"/><Relationship Id="rId174" Type="http://schemas.openxmlformats.org/officeDocument/2006/relationships/customXml" Target="../ink/ink89.xml"/><Relationship Id="rId195" Type="http://schemas.openxmlformats.org/officeDocument/2006/relationships/image" Target="../media/image95.png"/><Relationship Id="rId209" Type="http://schemas.openxmlformats.org/officeDocument/2006/relationships/image" Target="../media/image102.png"/><Relationship Id="rId360" Type="http://schemas.openxmlformats.org/officeDocument/2006/relationships/image" Target="../media/image174.png"/><Relationship Id="rId220" Type="http://schemas.openxmlformats.org/officeDocument/2006/relationships/customXml" Target="../ink/ink112.xml"/><Relationship Id="rId241" Type="http://schemas.openxmlformats.org/officeDocument/2006/relationships/image" Target="../media/image118.png"/><Relationship Id="rId15" Type="http://schemas.openxmlformats.org/officeDocument/2006/relationships/image" Target="../media/image7.png"/><Relationship Id="rId36" Type="http://schemas.openxmlformats.org/officeDocument/2006/relationships/image" Target="../media/image17.png"/><Relationship Id="rId57" Type="http://schemas.openxmlformats.org/officeDocument/2006/relationships/customXml" Target="../ink/ink30.xml"/><Relationship Id="rId262" Type="http://schemas.openxmlformats.org/officeDocument/2006/relationships/image" Target="../media/image128.png"/><Relationship Id="rId283" Type="http://schemas.openxmlformats.org/officeDocument/2006/relationships/customXml" Target="../ink/ink146.xml"/><Relationship Id="rId318" Type="http://schemas.openxmlformats.org/officeDocument/2006/relationships/customXml" Target="../ink/ink164.xml"/><Relationship Id="rId339" Type="http://schemas.openxmlformats.org/officeDocument/2006/relationships/customXml" Target="../ink/ink175.xml"/><Relationship Id="rId78" Type="http://schemas.openxmlformats.org/officeDocument/2006/relationships/image" Target="../media/image37.png"/><Relationship Id="rId99" Type="http://schemas.openxmlformats.org/officeDocument/2006/relationships/customXml" Target="../ink/ink51.xml"/><Relationship Id="rId101" Type="http://schemas.openxmlformats.org/officeDocument/2006/relationships/customXml" Target="../ink/ink52.xml"/><Relationship Id="rId122" Type="http://schemas.openxmlformats.org/officeDocument/2006/relationships/customXml" Target="../ink/ink63.xml"/><Relationship Id="rId143" Type="http://schemas.openxmlformats.org/officeDocument/2006/relationships/image" Target="../media/image69.png"/><Relationship Id="rId164" Type="http://schemas.openxmlformats.org/officeDocument/2006/relationships/customXml" Target="../ink/ink84.xml"/><Relationship Id="rId185" Type="http://schemas.openxmlformats.org/officeDocument/2006/relationships/image" Target="../media/image90.png"/><Relationship Id="rId350" Type="http://schemas.openxmlformats.org/officeDocument/2006/relationships/image" Target="../media/image169.png"/><Relationship Id="rId9" Type="http://schemas.openxmlformats.org/officeDocument/2006/relationships/image" Target="../media/image4.png"/><Relationship Id="rId210" Type="http://schemas.openxmlformats.org/officeDocument/2006/relationships/customXml" Target="../ink/ink107.xml"/><Relationship Id="rId26" Type="http://schemas.openxmlformats.org/officeDocument/2006/relationships/image" Target="../media/image12.png"/><Relationship Id="rId231" Type="http://schemas.openxmlformats.org/officeDocument/2006/relationships/image" Target="../media/image113.png"/><Relationship Id="rId252" Type="http://schemas.openxmlformats.org/officeDocument/2006/relationships/customXml" Target="../ink/ink128.xml"/><Relationship Id="rId273" Type="http://schemas.openxmlformats.org/officeDocument/2006/relationships/image" Target="../media/image132.png"/><Relationship Id="rId294" Type="http://schemas.openxmlformats.org/officeDocument/2006/relationships/customXml" Target="../ink/ink152.xml"/><Relationship Id="rId308" Type="http://schemas.openxmlformats.org/officeDocument/2006/relationships/customXml" Target="../ink/ink159.xml"/><Relationship Id="rId329" Type="http://schemas.openxmlformats.org/officeDocument/2006/relationships/image" Target="../media/image159.png"/><Relationship Id="rId47" Type="http://schemas.openxmlformats.org/officeDocument/2006/relationships/image" Target="../media/image22.png"/><Relationship Id="rId68" Type="http://schemas.openxmlformats.org/officeDocument/2006/relationships/image" Target="../media/image32.png"/><Relationship Id="rId89" Type="http://schemas.openxmlformats.org/officeDocument/2006/relationships/customXml" Target="../ink/ink46.xml"/><Relationship Id="rId112" Type="http://schemas.openxmlformats.org/officeDocument/2006/relationships/customXml" Target="../ink/ink58.xml"/><Relationship Id="rId133" Type="http://schemas.openxmlformats.org/officeDocument/2006/relationships/image" Target="../media/image64.png"/><Relationship Id="rId154" Type="http://schemas.openxmlformats.org/officeDocument/2006/relationships/customXml" Target="../ink/ink79.xml"/><Relationship Id="rId175" Type="http://schemas.openxmlformats.org/officeDocument/2006/relationships/image" Target="../media/image85.png"/><Relationship Id="rId340" Type="http://schemas.openxmlformats.org/officeDocument/2006/relationships/image" Target="../media/image164.png"/><Relationship Id="rId361" Type="http://schemas.openxmlformats.org/officeDocument/2006/relationships/customXml" Target="../ink/ink186.xml"/><Relationship Id="rId196" Type="http://schemas.openxmlformats.org/officeDocument/2006/relationships/customXml" Target="../ink/ink100.xml"/><Relationship Id="rId200" Type="http://schemas.openxmlformats.org/officeDocument/2006/relationships/customXml" Target="../ink/ink102.xml"/><Relationship Id="rId16" Type="http://schemas.openxmlformats.org/officeDocument/2006/relationships/customXml" Target="../ink/ink8.xml"/><Relationship Id="rId221" Type="http://schemas.openxmlformats.org/officeDocument/2006/relationships/image" Target="../media/image108.png"/><Relationship Id="rId242" Type="http://schemas.openxmlformats.org/officeDocument/2006/relationships/customXml" Target="../ink/ink123.xml"/><Relationship Id="rId263" Type="http://schemas.openxmlformats.org/officeDocument/2006/relationships/customXml" Target="../ink/ink134.xml"/><Relationship Id="rId284" Type="http://schemas.openxmlformats.org/officeDocument/2006/relationships/image" Target="../media/image137.png"/><Relationship Id="rId319" Type="http://schemas.openxmlformats.org/officeDocument/2006/relationships/image" Target="../media/image154.png"/><Relationship Id="rId37" Type="http://schemas.openxmlformats.org/officeDocument/2006/relationships/customXml" Target="../ink/ink19.xml"/><Relationship Id="rId58" Type="http://schemas.openxmlformats.org/officeDocument/2006/relationships/image" Target="../media/image27.png"/><Relationship Id="rId79" Type="http://schemas.openxmlformats.org/officeDocument/2006/relationships/customXml" Target="../ink/ink41.xml"/><Relationship Id="rId102" Type="http://schemas.openxmlformats.org/officeDocument/2006/relationships/customXml" Target="../ink/ink53.xml"/><Relationship Id="rId123" Type="http://schemas.openxmlformats.org/officeDocument/2006/relationships/image" Target="../media/image59.png"/><Relationship Id="rId144" Type="http://schemas.openxmlformats.org/officeDocument/2006/relationships/customXml" Target="../ink/ink74.xml"/><Relationship Id="rId330" Type="http://schemas.openxmlformats.org/officeDocument/2006/relationships/customXml" Target="../ink/ink170.xml"/><Relationship Id="rId90" Type="http://schemas.openxmlformats.org/officeDocument/2006/relationships/image" Target="../media/image43.png"/><Relationship Id="rId165" Type="http://schemas.openxmlformats.org/officeDocument/2006/relationships/image" Target="../media/image80.png"/><Relationship Id="rId186" Type="http://schemas.openxmlformats.org/officeDocument/2006/relationships/customXml" Target="../ink/ink95.xml"/><Relationship Id="rId351" Type="http://schemas.openxmlformats.org/officeDocument/2006/relationships/customXml" Target="../ink/ink181.xml"/><Relationship Id="rId211" Type="http://schemas.openxmlformats.org/officeDocument/2006/relationships/image" Target="../media/image103.png"/><Relationship Id="rId232" Type="http://schemas.openxmlformats.org/officeDocument/2006/relationships/customXml" Target="../ink/ink118.xml"/><Relationship Id="rId253" Type="http://schemas.openxmlformats.org/officeDocument/2006/relationships/image" Target="../media/image124.png"/><Relationship Id="rId274" Type="http://schemas.openxmlformats.org/officeDocument/2006/relationships/customXml" Target="../ink/ink141.xml"/><Relationship Id="rId295" Type="http://schemas.openxmlformats.org/officeDocument/2006/relationships/image" Target="../media/image142.png"/><Relationship Id="rId309" Type="http://schemas.openxmlformats.org/officeDocument/2006/relationships/image" Target="../media/image149.png"/><Relationship Id="rId27" Type="http://schemas.openxmlformats.org/officeDocument/2006/relationships/customXml" Target="../ink/ink14.xml"/><Relationship Id="rId48" Type="http://schemas.openxmlformats.org/officeDocument/2006/relationships/customXml" Target="../ink/ink25.xml"/><Relationship Id="rId69" Type="http://schemas.openxmlformats.org/officeDocument/2006/relationships/customXml" Target="../ink/ink36.xml"/><Relationship Id="rId113" Type="http://schemas.openxmlformats.org/officeDocument/2006/relationships/image" Target="../media/image54.png"/><Relationship Id="rId134" Type="http://schemas.openxmlformats.org/officeDocument/2006/relationships/customXml" Target="../ink/ink69.xml"/><Relationship Id="rId320" Type="http://schemas.openxmlformats.org/officeDocument/2006/relationships/customXml" Target="../ink/ink165.xml"/><Relationship Id="rId80" Type="http://schemas.openxmlformats.org/officeDocument/2006/relationships/image" Target="../media/image38.png"/><Relationship Id="rId155" Type="http://schemas.openxmlformats.org/officeDocument/2006/relationships/image" Target="../media/image75.png"/><Relationship Id="rId176" Type="http://schemas.openxmlformats.org/officeDocument/2006/relationships/customXml" Target="../ink/ink90.xml"/><Relationship Id="rId197" Type="http://schemas.openxmlformats.org/officeDocument/2006/relationships/image" Target="../media/image96.png"/><Relationship Id="rId341" Type="http://schemas.openxmlformats.org/officeDocument/2006/relationships/customXml" Target="../ink/ink176.xml"/><Relationship Id="rId362" Type="http://schemas.openxmlformats.org/officeDocument/2006/relationships/image" Target="../media/image175.png"/><Relationship Id="rId201" Type="http://schemas.openxmlformats.org/officeDocument/2006/relationships/image" Target="../media/image98.png"/><Relationship Id="rId222" Type="http://schemas.openxmlformats.org/officeDocument/2006/relationships/customXml" Target="../ink/ink113.xml"/><Relationship Id="rId243" Type="http://schemas.openxmlformats.org/officeDocument/2006/relationships/image" Target="../media/image119.png"/><Relationship Id="rId264" Type="http://schemas.openxmlformats.org/officeDocument/2006/relationships/customXml" Target="../ink/ink135.xml"/><Relationship Id="rId285" Type="http://schemas.openxmlformats.org/officeDocument/2006/relationships/customXml" Target="../ink/ink147.xml"/><Relationship Id="rId17" Type="http://schemas.openxmlformats.org/officeDocument/2006/relationships/customXml" Target="../ink/ink9.xml"/><Relationship Id="rId38" Type="http://schemas.openxmlformats.org/officeDocument/2006/relationships/customXml" Target="../ink/ink20.xml"/><Relationship Id="rId59" Type="http://schemas.openxmlformats.org/officeDocument/2006/relationships/customXml" Target="../ink/ink31.xml"/><Relationship Id="rId103" Type="http://schemas.openxmlformats.org/officeDocument/2006/relationships/image" Target="../media/image49.png"/><Relationship Id="rId124" Type="http://schemas.openxmlformats.org/officeDocument/2006/relationships/customXml" Target="../ink/ink64.xml"/><Relationship Id="rId310" Type="http://schemas.openxmlformats.org/officeDocument/2006/relationships/customXml" Target="../ink/ink160.xml"/><Relationship Id="rId70" Type="http://schemas.openxmlformats.org/officeDocument/2006/relationships/image" Target="../media/image33.png"/><Relationship Id="rId91" Type="http://schemas.openxmlformats.org/officeDocument/2006/relationships/customXml" Target="../ink/ink47.xml"/><Relationship Id="rId145" Type="http://schemas.openxmlformats.org/officeDocument/2006/relationships/image" Target="../media/image70.png"/><Relationship Id="rId166" Type="http://schemas.openxmlformats.org/officeDocument/2006/relationships/customXml" Target="../ink/ink85.xml"/><Relationship Id="rId187" Type="http://schemas.openxmlformats.org/officeDocument/2006/relationships/image" Target="../media/image91.png"/><Relationship Id="rId331" Type="http://schemas.openxmlformats.org/officeDocument/2006/relationships/customXml" Target="../ink/ink171.xml"/><Relationship Id="rId35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08.xml"/><Relationship Id="rId233" Type="http://schemas.openxmlformats.org/officeDocument/2006/relationships/image" Target="../media/image114.png"/><Relationship Id="rId254" Type="http://schemas.openxmlformats.org/officeDocument/2006/relationships/customXml" Target="../ink/ink129.xml"/><Relationship Id="rId28" Type="http://schemas.openxmlformats.org/officeDocument/2006/relationships/image" Target="../media/image13.png"/><Relationship Id="rId49" Type="http://schemas.openxmlformats.org/officeDocument/2006/relationships/image" Target="../media/image23.png"/><Relationship Id="rId114" Type="http://schemas.openxmlformats.org/officeDocument/2006/relationships/customXml" Target="../ink/ink59.xml"/><Relationship Id="rId275" Type="http://schemas.openxmlformats.org/officeDocument/2006/relationships/image" Target="../media/image133.png"/><Relationship Id="rId296" Type="http://schemas.openxmlformats.org/officeDocument/2006/relationships/customXml" Target="../ink/ink153.xml"/><Relationship Id="rId300" Type="http://schemas.openxmlformats.org/officeDocument/2006/relationships/customXml" Target="../ink/ink155.xml"/><Relationship Id="rId60" Type="http://schemas.openxmlformats.org/officeDocument/2006/relationships/image" Target="../media/image28.png"/><Relationship Id="rId81" Type="http://schemas.openxmlformats.org/officeDocument/2006/relationships/customXml" Target="../ink/ink42.xml"/><Relationship Id="rId135" Type="http://schemas.openxmlformats.org/officeDocument/2006/relationships/image" Target="../media/image65.png"/><Relationship Id="rId156" Type="http://schemas.openxmlformats.org/officeDocument/2006/relationships/customXml" Target="../ink/ink80.xml"/><Relationship Id="rId177" Type="http://schemas.openxmlformats.org/officeDocument/2006/relationships/image" Target="../media/image86.png"/><Relationship Id="rId198" Type="http://schemas.openxmlformats.org/officeDocument/2006/relationships/customXml" Target="../ink/ink101.xml"/><Relationship Id="rId321" Type="http://schemas.openxmlformats.org/officeDocument/2006/relationships/image" Target="../media/image155.png"/><Relationship Id="rId342" Type="http://schemas.openxmlformats.org/officeDocument/2006/relationships/image" Target="../media/image165.png"/><Relationship Id="rId363" Type="http://schemas.openxmlformats.org/officeDocument/2006/relationships/customXml" Target="../ink/ink187.xml"/><Relationship Id="rId202" Type="http://schemas.openxmlformats.org/officeDocument/2006/relationships/customXml" Target="../ink/ink103.xml"/><Relationship Id="rId223" Type="http://schemas.openxmlformats.org/officeDocument/2006/relationships/image" Target="../media/image109.png"/><Relationship Id="rId244" Type="http://schemas.openxmlformats.org/officeDocument/2006/relationships/customXml" Target="../ink/ink124.xml"/><Relationship Id="rId18" Type="http://schemas.openxmlformats.org/officeDocument/2006/relationships/image" Target="../media/image8.png"/><Relationship Id="rId39" Type="http://schemas.openxmlformats.org/officeDocument/2006/relationships/image" Target="../media/image18.png"/><Relationship Id="rId265" Type="http://schemas.openxmlformats.org/officeDocument/2006/relationships/customXml" Target="../ink/ink136.xml"/><Relationship Id="rId286" Type="http://schemas.openxmlformats.org/officeDocument/2006/relationships/image" Target="../media/image138.png"/><Relationship Id="rId50" Type="http://schemas.openxmlformats.org/officeDocument/2006/relationships/customXml" Target="../ink/ink26.xml"/><Relationship Id="rId104" Type="http://schemas.openxmlformats.org/officeDocument/2006/relationships/customXml" Target="../ink/ink54.xml"/><Relationship Id="rId125" Type="http://schemas.openxmlformats.org/officeDocument/2006/relationships/image" Target="../media/image60.png"/><Relationship Id="rId146" Type="http://schemas.openxmlformats.org/officeDocument/2006/relationships/customXml" Target="../ink/ink75.xml"/><Relationship Id="rId167" Type="http://schemas.openxmlformats.org/officeDocument/2006/relationships/image" Target="../media/image81.png"/><Relationship Id="rId188" Type="http://schemas.openxmlformats.org/officeDocument/2006/relationships/customXml" Target="../ink/ink96.xml"/><Relationship Id="rId311" Type="http://schemas.openxmlformats.org/officeDocument/2006/relationships/image" Target="../media/image150.png"/><Relationship Id="rId332" Type="http://schemas.openxmlformats.org/officeDocument/2006/relationships/image" Target="../media/image160.png"/><Relationship Id="rId353" Type="http://schemas.openxmlformats.org/officeDocument/2006/relationships/customXml" Target="../ink/ink182.xml"/><Relationship Id="rId71" Type="http://schemas.openxmlformats.org/officeDocument/2006/relationships/customXml" Target="../ink/ink37.xml"/><Relationship Id="rId92" Type="http://schemas.openxmlformats.org/officeDocument/2006/relationships/image" Target="../media/image44.png"/><Relationship Id="rId213" Type="http://schemas.openxmlformats.org/officeDocument/2006/relationships/image" Target="../media/image104.png"/><Relationship Id="rId234" Type="http://schemas.openxmlformats.org/officeDocument/2006/relationships/customXml" Target="../ink/ink119.xml"/><Relationship Id="rId2" Type="http://schemas.openxmlformats.org/officeDocument/2006/relationships/customXml" Target="../ink/ink1.xml"/><Relationship Id="rId29" Type="http://schemas.openxmlformats.org/officeDocument/2006/relationships/customXml" Target="../ink/ink15.xml"/><Relationship Id="rId255" Type="http://schemas.openxmlformats.org/officeDocument/2006/relationships/image" Target="../media/image125.png"/><Relationship Id="rId276" Type="http://schemas.openxmlformats.org/officeDocument/2006/relationships/customXml" Target="../ink/ink142.xml"/><Relationship Id="rId297" Type="http://schemas.openxmlformats.org/officeDocument/2006/relationships/image" Target="../media/image143.png"/><Relationship Id="rId40" Type="http://schemas.openxmlformats.org/officeDocument/2006/relationships/customXml" Target="../ink/ink21.xml"/><Relationship Id="rId115" Type="http://schemas.openxmlformats.org/officeDocument/2006/relationships/image" Target="../media/image55.png"/><Relationship Id="rId136" Type="http://schemas.openxmlformats.org/officeDocument/2006/relationships/customXml" Target="../ink/ink70.xml"/><Relationship Id="rId157" Type="http://schemas.openxmlformats.org/officeDocument/2006/relationships/image" Target="../media/image76.png"/><Relationship Id="rId178" Type="http://schemas.openxmlformats.org/officeDocument/2006/relationships/customXml" Target="../ink/ink91.xml"/><Relationship Id="rId301" Type="http://schemas.openxmlformats.org/officeDocument/2006/relationships/image" Target="../media/image145.png"/><Relationship Id="rId322" Type="http://schemas.openxmlformats.org/officeDocument/2006/relationships/customXml" Target="../ink/ink166.xml"/><Relationship Id="rId343" Type="http://schemas.openxmlformats.org/officeDocument/2006/relationships/customXml" Target="../ink/ink177.xml"/><Relationship Id="rId364" Type="http://schemas.openxmlformats.org/officeDocument/2006/relationships/image" Target="../media/image176.png"/><Relationship Id="rId61" Type="http://schemas.openxmlformats.org/officeDocument/2006/relationships/customXml" Target="../ink/ink32.xml"/><Relationship Id="rId82" Type="http://schemas.openxmlformats.org/officeDocument/2006/relationships/image" Target="../media/image39.png"/><Relationship Id="rId199" Type="http://schemas.openxmlformats.org/officeDocument/2006/relationships/image" Target="../media/image97.png"/><Relationship Id="rId203" Type="http://schemas.openxmlformats.org/officeDocument/2006/relationships/image" Target="../media/image99.png"/><Relationship Id="rId19" Type="http://schemas.openxmlformats.org/officeDocument/2006/relationships/customXml" Target="../ink/ink10.xml"/><Relationship Id="rId224" Type="http://schemas.openxmlformats.org/officeDocument/2006/relationships/customXml" Target="../ink/ink114.xml"/><Relationship Id="rId245" Type="http://schemas.openxmlformats.org/officeDocument/2006/relationships/image" Target="../media/image120.png"/><Relationship Id="rId266" Type="http://schemas.openxmlformats.org/officeDocument/2006/relationships/customXml" Target="../ink/ink137.xml"/><Relationship Id="rId287" Type="http://schemas.openxmlformats.org/officeDocument/2006/relationships/customXml" Target="../ink/ink148.xml"/><Relationship Id="rId30" Type="http://schemas.openxmlformats.org/officeDocument/2006/relationships/image" Target="../media/image14.png"/><Relationship Id="rId105" Type="http://schemas.openxmlformats.org/officeDocument/2006/relationships/image" Target="../media/image50.png"/><Relationship Id="rId126" Type="http://schemas.openxmlformats.org/officeDocument/2006/relationships/customXml" Target="../ink/ink65.xml"/><Relationship Id="rId147" Type="http://schemas.openxmlformats.org/officeDocument/2006/relationships/image" Target="../media/image71.png"/><Relationship Id="rId168" Type="http://schemas.openxmlformats.org/officeDocument/2006/relationships/customXml" Target="../ink/ink86.xml"/><Relationship Id="rId312" Type="http://schemas.openxmlformats.org/officeDocument/2006/relationships/customXml" Target="../ink/ink161.xml"/><Relationship Id="rId333" Type="http://schemas.openxmlformats.org/officeDocument/2006/relationships/customXml" Target="../ink/ink172.xml"/><Relationship Id="rId354" Type="http://schemas.openxmlformats.org/officeDocument/2006/relationships/image" Target="../media/image171.png"/><Relationship Id="rId51" Type="http://schemas.openxmlformats.org/officeDocument/2006/relationships/image" Target="../media/image24.png"/><Relationship Id="rId72" Type="http://schemas.openxmlformats.org/officeDocument/2006/relationships/image" Target="../media/image34.png"/><Relationship Id="rId93" Type="http://schemas.openxmlformats.org/officeDocument/2006/relationships/customXml" Target="../ink/ink48.xml"/><Relationship Id="rId189" Type="http://schemas.openxmlformats.org/officeDocument/2006/relationships/image" Target="../media/image92.png"/><Relationship Id="rId3" Type="http://schemas.openxmlformats.org/officeDocument/2006/relationships/image" Target="../media/image1.png"/><Relationship Id="rId214" Type="http://schemas.openxmlformats.org/officeDocument/2006/relationships/customXml" Target="../ink/ink109.xml"/><Relationship Id="rId235" Type="http://schemas.openxmlformats.org/officeDocument/2006/relationships/image" Target="../media/image115.png"/><Relationship Id="rId256" Type="http://schemas.openxmlformats.org/officeDocument/2006/relationships/customXml" Target="../ink/ink130.xml"/><Relationship Id="rId277" Type="http://schemas.openxmlformats.org/officeDocument/2006/relationships/customXml" Target="../ink/ink143.xml"/><Relationship Id="rId298" Type="http://schemas.openxmlformats.org/officeDocument/2006/relationships/customXml" Target="../ink/ink154.xml"/><Relationship Id="rId116" Type="http://schemas.openxmlformats.org/officeDocument/2006/relationships/customXml" Target="../ink/ink60.xml"/><Relationship Id="rId137" Type="http://schemas.openxmlformats.org/officeDocument/2006/relationships/image" Target="../media/image66.png"/><Relationship Id="rId158" Type="http://schemas.openxmlformats.org/officeDocument/2006/relationships/customXml" Target="../ink/ink81.xml"/><Relationship Id="rId302" Type="http://schemas.openxmlformats.org/officeDocument/2006/relationships/customXml" Target="../ink/ink156.xml"/><Relationship Id="rId323" Type="http://schemas.openxmlformats.org/officeDocument/2006/relationships/image" Target="../media/image156.png"/><Relationship Id="rId344" Type="http://schemas.openxmlformats.org/officeDocument/2006/relationships/image" Target="../media/image166.png"/><Relationship Id="rId20" Type="http://schemas.openxmlformats.org/officeDocument/2006/relationships/image" Target="../media/image9.png"/><Relationship Id="rId41" Type="http://schemas.openxmlformats.org/officeDocument/2006/relationships/image" Target="../media/image19.png"/><Relationship Id="rId62" Type="http://schemas.openxmlformats.org/officeDocument/2006/relationships/image" Target="../media/image29.png"/><Relationship Id="rId83" Type="http://schemas.openxmlformats.org/officeDocument/2006/relationships/customXml" Target="../ink/ink43.xml"/><Relationship Id="rId179" Type="http://schemas.openxmlformats.org/officeDocument/2006/relationships/image" Target="../media/image87.png"/><Relationship Id="rId190" Type="http://schemas.openxmlformats.org/officeDocument/2006/relationships/customXml" Target="../ink/ink97.xml"/><Relationship Id="rId204" Type="http://schemas.openxmlformats.org/officeDocument/2006/relationships/customXml" Target="../ink/ink104.xml"/><Relationship Id="rId225" Type="http://schemas.openxmlformats.org/officeDocument/2006/relationships/image" Target="../media/image110.png"/><Relationship Id="rId246" Type="http://schemas.openxmlformats.org/officeDocument/2006/relationships/customXml" Target="../ink/ink125.xml"/><Relationship Id="rId267" Type="http://schemas.openxmlformats.org/officeDocument/2006/relationships/image" Target="../media/image129.png"/><Relationship Id="rId288" Type="http://schemas.openxmlformats.org/officeDocument/2006/relationships/image" Target="../media/image139.png"/><Relationship Id="rId106" Type="http://schemas.openxmlformats.org/officeDocument/2006/relationships/customXml" Target="../ink/ink55.xml"/><Relationship Id="rId127" Type="http://schemas.openxmlformats.org/officeDocument/2006/relationships/image" Target="../media/image61.png"/><Relationship Id="rId313" Type="http://schemas.openxmlformats.org/officeDocument/2006/relationships/image" Target="../media/image151.png"/><Relationship Id="rId10" Type="http://schemas.openxmlformats.org/officeDocument/2006/relationships/customXml" Target="../ink/ink5.xml"/><Relationship Id="rId31" Type="http://schemas.openxmlformats.org/officeDocument/2006/relationships/customXml" Target="../ink/ink16.xml"/><Relationship Id="rId52" Type="http://schemas.openxmlformats.org/officeDocument/2006/relationships/customXml" Target="../ink/ink27.xml"/><Relationship Id="rId73" Type="http://schemas.openxmlformats.org/officeDocument/2006/relationships/customXml" Target="../ink/ink38.xml"/><Relationship Id="rId94" Type="http://schemas.openxmlformats.org/officeDocument/2006/relationships/image" Target="../media/image45.png"/><Relationship Id="rId148" Type="http://schemas.openxmlformats.org/officeDocument/2006/relationships/customXml" Target="../ink/ink76.xml"/><Relationship Id="rId169" Type="http://schemas.openxmlformats.org/officeDocument/2006/relationships/image" Target="../media/image82.png"/><Relationship Id="rId334" Type="http://schemas.openxmlformats.org/officeDocument/2006/relationships/image" Target="../media/image161.png"/><Relationship Id="rId355" Type="http://schemas.openxmlformats.org/officeDocument/2006/relationships/customXml" Target="../ink/ink183.xml"/><Relationship Id="rId4" Type="http://schemas.openxmlformats.org/officeDocument/2006/relationships/customXml" Target="../ink/ink2.xml"/><Relationship Id="rId180" Type="http://schemas.openxmlformats.org/officeDocument/2006/relationships/customXml" Target="../ink/ink92.xml"/><Relationship Id="rId215" Type="http://schemas.openxmlformats.org/officeDocument/2006/relationships/image" Target="../media/image105.png"/><Relationship Id="rId236" Type="http://schemas.openxmlformats.org/officeDocument/2006/relationships/customXml" Target="../ink/ink120.xml"/><Relationship Id="rId257" Type="http://schemas.openxmlformats.org/officeDocument/2006/relationships/image" Target="../media/image126.png"/><Relationship Id="rId278" Type="http://schemas.openxmlformats.org/officeDocument/2006/relationships/image" Target="../media/image134.png"/><Relationship Id="rId303" Type="http://schemas.openxmlformats.org/officeDocument/2006/relationships/image" Target="../media/image146.png"/><Relationship Id="rId42" Type="http://schemas.openxmlformats.org/officeDocument/2006/relationships/customXml" Target="../ink/ink22.xml"/><Relationship Id="rId84" Type="http://schemas.openxmlformats.org/officeDocument/2006/relationships/image" Target="../media/image40.png"/><Relationship Id="rId138" Type="http://schemas.openxmlformats.org/officeDocument/2006/relationships/customXml" Target="../ink/ink71.xml"/><Relationship Id="rId345" Type="http://schemas.openxmlformats.org/officeDocument/2006/relationships/customXml" Target="../ink/ink178.xml"/><Relationship Id="rId191" Type="http://schemas.openxmlformats.org/officeDocument/2006/relationships/image" Target="../media/image93.png"/><Relationship Id="rId205" Type="http://schemas.openxmlformats.org/officeDocument/2006/relationships/image" Target="../media/image100.png"/><Relationship Id="rId247" Type="http://schemas.openxmlformats.org/officeDocument/2006/relationships/image" Target="../media/image121.png"/><Relationship Id="rId107" Type="http://schemas.openxmlformats.org/officeDocument/2006/relationships/image" Target="../media/image51.png"/><Relationship Id="rId289" Type="http://schemas.openxmlformats.org/officeDocument/2006/relationships/customXml" Target="../ink/ink149.xml"/><Relationship Id="rId11" Type="http://schemas.openxmlformats.org/officeDocument/2006/relationships/image" Target="../media/image5.png"/><Relationship Id="rId53" Type="http://schemas.openxmlformats.org/officeDocument/2006/relationships/customXml" Target="../ink/ink28.xml"/><Relationship Id="rId149" Type="http://schemas.openxmlformats.org/officeDocument/2006/relationships/image" Target="../media/image72.png"/><Relationship Id="rId314" Type="http://schemas.openxmlformats.org/officeDocument/2006/relationships/customXml" Target="../ink/ink162.xml"/><Relationship Id="rId356" Type="http://schemas.openxmlformats.org/officeDocument/2006/relationships/image" Target="../media/image172.png"/><Relationship Id="rId95" Type="http://schemas.openxmlformats.org/officeDocument/2006/relationships/customXml" Target="../ink/ink49.xml"/><Relationship Id="rId160" Type="http://schemas.openxmlformats.org/officeDocument/2006/relationships/customXml" Target="../ink/ink82.xml"/><Relationship Id="rId216" Type="http://schemas.openxmlformats.org/officeDocument/2006/relationships/customXml" Target="../ink/ink110.xml"/><Relationship Id="rId258" Type="http://schemas.openxmlformats.org/officeDocument/2006/relationships/customXml" Target="../ink/ink131.xml"/><Relationship Id="rId22" Type="http://schemas.openxmlformats.org/officeDocument/2006/relationships/image" Target="../media/image10.png"/><Relationship Id="rId64" Type="http://schemas.openxmlformats.org/officeDocument/2006/relationships/image" Target="../media/image30.png"/><Relationship Id="rId118" Type="http://schemas.openxmlformats.org/officeDocument/2006/relationships/customXml" Target="../ink/ink61.xml"/><Relationship Id="rId325" Type="http://schemas.openxmlformats.org/officeDocument/2006/relationships/image" Target="../media/image157.png"/><Relationship Id="rId171" Type="http://schemas.openxmlformats.org/officeDocument/2006/relationships/image" Target="../media/image83.png"/><Relationship Id="rId227" Type="http://schemas.openxmlformats.org/officeDocument/2006/relationships/image" Target="../media/image111.png"/><Relationship Id="rId269" Type="http://schemas.openxmlformats.org/officeDocument/2006/relationships/image" Target="../media/image130.png"/><Relationship Id="rId33" Type="http://schemas.openxmlformats.org/officeDocument/2006/relationships/customXml" Target="../ink/ink17.xml"/><Relationship Id="rId129" Type="http://schemas.openxmlformats.org/officeDocument/2006/relationships/image" Target="../media/image62.png"/><Relationship Id="rId280" Type="http://schemas.openxmlformats.org/officeDocument/2006/relationships/image" Target="../media/image135.png"/><Relationship Id="rId336" Type="http://schemas.openxmlformats.org/officeDocument/2006/relationships/image" Target="../media/image162.png"/><Relationship Id="rId75" Type="http://schemas.openxmlformats.org/officeDocument/2006/relationships/customXml" Target="../ink/ink39.xml"/><Relationship Id="rId140" Type="http://schemas.openxmlformats.org/officeDocument/2006/relationships/customXml" Target="../ink/ink72.xml"/><Relationship Id="rId182" Type="http://schemas.openxmlformats.org/officeDocument/2006/relationships/customXml" Target="../ink/ink93.xml"/><Relationship Id="rId6" Type="http://schemas.openxmlformats.org/officeDocument/2006/relationships/customXml" Target="../ink/ink3.xml"/><Relationship Id="rId238" Type="http://schemas.openxmlformats.org/officeDocument/2006/relationships/customXml" Target="../ink/ink121.xml"/><Relationship Id="rId291" Type="http://schemas.openxmlformats.org/officeDocument/2006/relationships/customXml" Target="../ink/ink150.xml"/><Relationship Id="rId305" Type="http://schemas.openxmlformats.org/officeDocument/2006/relationships/image" Target="../media/image147.png"/><Relationship Id="rId347" Type="http://schemas.openxmlformats.org/officeDocument/2006/relationships/customXml" Target="../ink/ink179.xml"/><Relationship Id="rId44" Type="http://schemas.openxmlformats.org/officeDocument/2006/relationships/customXml" Target="../ink/ink23.xml"/><Relationship Id="rId86" Type="http://schemas.openxmlformats.org/officeDocument/2006/relationships/image" Target="../media/image41.png"/><Relationship Id="rId151" Type="http://schemas.openxmlformats.org/officeDocument/2006/relationships/image" Target="../media/image73.png"/><Relationship Id="rId193" Type="http://schemas.openxmlformats.org/officeDocument/2006/relationships/image" Target="../media/image94.png"/><Relationship Id="rId207" Type="http://schemas.openxmlformats.org/officeDocument/2006/relationships/image" Target="../media/image101.png"/><Relationship Id="rId249" Type="http://schemas.openxmlformats.org/officeDocument/2006/relationships/image" Target="../media/image122.png"/><Relationship Id="rId13" Type="http://schemas.openxmlformats.org/officeDocument/2006/relationships/image" Target="../media/image6.png"/><Relationship Id="rId109" Type="http://schemas.openxmlformats.org/officeDocument/2006/relationships/image" Target="../media/image52.png"/><Relationship Id="rId260" Type="http://schemas.openxmlformats.org/officeDocument/2006/relationships/customXml" Target="../ink/ink132.xml"/><Relationship Id="rId316" Type="http://schemas.openxmlformats.org/officeDocument/2006/relationships/customXml" Target="../ink/ink163.xml"/><Relationship Id="rId55" Type="http://schemas.openxmlformats.org/officeDocument/2006/relationships/customXml" Target="../ink/ink29.xml"/><Relationship Id="rId97" Type="http://schemas.openxmlformats.org/officeDocument/2006/relationships/customXml" Target="../ink/ink50.xml"/><Relationship Id="rId120" Type="http://schemas.openxmlformats.org/officeDocument/2006/relationships/customXml" Target="../ink/ink62.xml"/><Relationship Id="rId358" Type="http://schemas.openxmlformats.org/officeDocument/2006/relationships/image" Target="../media/image173.png"/><Relationship Id="rId162" Type="http://schemas.openxmlformats.org/officeDocument/2006/relationships/customXml" Target="../ink/ink83.xml"/><Relationship Id="rId218" Type="http://schemas.openxmlformats.org/officeDocument/2006/relationships/customXml" Target="../ink/ink111.xml"/><Relationship Id="rId271" Type="http://schemas.openxmlformats.org/officeDocument/2006/relationships/image" Target="../media/image131.png"/><Relationship Id="rId24" Type="http://schemas.openxmlformats.org/officeDocument/2006/relationships/image" Target="../media/image11.png"/><Relationship Id="rId66" Type="http://schemas.openxmlformats.org/officeDocument/2006/relationships/image" Target="../media/image31.png"/><Relationship Id="rId131" Type="http://schemas.openxmlformats.org/officeDocument/2006/relationships/image" Target="../media/image63.png"/><Relationship Id="rId327" Type="http://schemas.openxmlformats.org/officeDocument/2006/relationships/image" Target="../media/image158.png"/><Relationship Id="rId173" Type="http://schemas.openxmlformats.org/officeDocument/2006/relationships/image" Target="../media/image84.png"/><Relationship Id="rId229" Type="http://schemas.openxmlformats.org/officeDocument/2006/relationships/image" Target="../media/image112.png"/><Relationship Id="rId240" Type="http://schemas.openxmlformats.org/officeDocument/2006/relationships/customXml" Target="../ink/ink122.xml"/><Relationship Id="rId35" Type="http://schemas.openxmlformats.org/officeDocument/2006/relationships/customXml" Target="../ink/ink18.xml"/><Relationship Id="rId77" Type="http://schemas.openxmlformats.org/officeDocument/2006/relationships/customXml" Target="../ink/ink40.xml"/><Relationship Id="rId100" Type="http://schemas.openxmlformats.org/officeDocument/2006/relationships/image" Target="../media/image48.png"/><Relationship Id="rId282" Type="http://schemas.openxmlformats.org/officeDocument/2006/relationships/image" Target="../media/image136.png"/><Relationship Id="rId338" Type="http://schemas.openxmlformats.org/officeDocument/2006/relationships/image" Target="../media/image163.png"/><Relationship Id="rId8" Type="http://schemas.openxmlformats.org/officeDocument/2006/relationships/customXml" Target="../ink/ink4.xml"/><Relationship Id="rId142" Type="http://schemas.openxmlformats.org/officeDocument/2006/relationships/customXml" Target="../ink/ink73.xml"/><Relationship Id="rId184" Type="http://schemas.openxmlformats.org/officeDocument/2006/relationships/customXml" Target="../ink/ink94.xml"/><Relationship Id="rId251" Type="http://schemas.openxmlformats.org/officeDocument/2006/relationships/image" Target="../media/image123.png"/><Relationship Id="rId46" Type="http://schemas.openxmlformats.org/officeDocument/2006/relationships/customXml" Target="../ink/ink24.xml"/><Relationship Id="rId293" Type="http://schemas.openxmlformats.org/officeDocument/2006/relationships/customXml" Target="../ink/ink151.xml"/><Relationship Id="rId307" Type="http://schemas.openxmlformats.org/officeDocument/2006/relationships/image" Target="../media/image148.png"/><Relationship Id="rId349" Type="http://schemas.openxmlformats.org/officeDocument/2006/relationships/customXml" Target="../ink/ink18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running-sum-of-1d-array/description/" TargetMode="External"/><Relationship Id="rId2" Type="http://schemas.openxmlformats.org/officeDocument/2006/relationships/hyperlink" Target="https://leetcode.com/problems/contains-duplicate/description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etcode.com/problems/concatenation-of-array/description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Алгоритмы и структуры данных</a:t>
            </a:r>
          </a:p>
          <a:p>
            <a:r>
              <a:t>Занятие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Как решать задачи на алгоритмических собеседованиях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Цели занятия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решения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собеседованиях</a:t>
            </a:r>
            <a:endParaRPr dirty="0"/>
          </a:p>
          <a:p>
            <a:r>
              <a:rPr dirty="0" err="1"/>
              <a:t>Научиться</a:t>
            </a:r>
            <a:r>
              <a:rPr dirty="0"/>
              <a:t> </a:t>
            </a:r>
            <a:r>
              <a:rPr dirty="0" err="1"/>
              <a:t>проговаривать</a:t>
            </a:r>
            <a:r>
              <a:rPr dirty="0"/>
              <a:t> </a:t>
            </a:r>
            <a:r>
              <a:rPr dirty="0" err="1"/>
              <a:t>мысли</a:t>
            </a:r>
            <a:r>
              <a:rPr dirty="0"/>
              <a:t> </a:t>
            </a:r>
            <a:r>
              <a:rPr dirty="0" err="1"/>
              <a:t>вслух</a:t>
            </a:r>
            <a:endParaRPr dirty="0"/>
          </a:p>
          <a:p>
            <a:r>
              <a:rPr dirty="0" err="1"/>
              <a:t>Разобрать</a:t>
            </a:r>
            <a:r>
              <a:rPr dirty="0"/>
              <a:t> </a:t>
            </a:r>
            <a:r>
              <a:rPr dirty="0" err="1"/>
              <a:t>наивные</a:t>
            </a:r>
            <a:r>
              <a:rPr dirty="0"/>
              <a:t> и </a:t>
            </a:r>
            <a:r>
              <a:rPr dirty="0" err="1"/>
              <a:t>оптимальные</a:t>
            </a:r>
            <a:r>
              <a:rPr dirty="0"/>
              <a:t> </a:t>
            </a:r>
            <a:r>
              <a:rPr dirty="0" err="1"/>
              <a:t>решения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Как проходят алгоритмические собеседования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Важно не только решение, но и ход мыслей</a:t>
            </a:r>
          </a:p>
          <a:p>
            <a:r>
              <a:t>Интервью — это диалог, а не экзамен</a:t>
            </a:r>
          </a:p>
          <a:p>
            <a:r>
              <a:t>Писать код сразу — плохая идея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Алгоритм</a:t>
            </a:r>
            <a:r>
              <a:rPr dirty="0"/>
              <a:t> </a:t>
            </a:r>
            <a:r>
              <a:rPr dirty="0" err="1"/>
              <a:t>решения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 (</a:t>
            </a:r>
            <a:r>
              <a:rPr lang="ru-RU" dirty="0"/>
              <a:t>чек-лист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условие</a:t>
            </a:r>
            <a:r>
              <a:rPr dirty="0"/>
              <a:t> и </a:t>
            </a:r>
            <a:r>
              <a:rPr dirty="0" err="1"/>
              <a:t>уточнить</a:t>
            </a:r>
            <a:r>
              <a:rPr dirty="0"/>
              <a:t> </a:t>
            </a:r>
            <a:r>
              <a:rPr dirty="0" err="1"/>
              <a:t>детали</a:t>
            </a:r>
            <a:endParaRPr dirty="0"/>
          </a:p>
          <a:p>
            <a:r>
              <a:rPr dirty="0"/>
              <a:t>2. </a:t>
            </a:r>
            <a:r>
              <a:rPr dirty="0" err="1"/>
              <a:t>Придумать</a:t>
            </a:r>
            <a:r>
              <a:rPr dirty="0"/>
              <a:t> </a:t>
            </a:r>
            <a:r>
              <a:rPr dirty="0" err="1"/>
              <a:t>тест-кейсы</a:t>
            </a:r>
            <a:endParaRPr dirty="0"/>
          </a:p>
          <a:p>
            <a:r>
              <a:rPr dirty="0"/>
              <a:t>3.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наивное</a:t>
            </a:r>
            <a:r>
              <a:rPr dirty="0"/>
              <a:t> </a:t>
            </a:r>
            <a:r>
              <a:rPr dirty="0" err="1"/>
              <a:t>решение</a:t>
            </a:r>
            <a:endParaRPr dirty="0"/>
          </a:p>
          <a:p>
            <a:r>
              <a:rPr dirty="0"/>
              <a:t>4. </a:t>
            </a:r>
            <a:r>
              <a:rPr dirty="0" err="1"/>
              <a:t>Оценить</a:t>
            </a:r>
            <a:r>
              <a:rPr dirty="0"/>
              <a:t> </a:t>
            </a:r>
            <a:r>
              <a:rPr dirty="0" err="1"/>
              <a:t>сложность</a:t>
            </a:r>
            <a:endParaRPr dirty="0"/>
          </a:p>
          <a:p>
            <a:r>
              <a:rPr dirty="0"/>
              <a:t>5. </a:t>
            </a:r>
            <a:r>
              <a:rPr dirty="0" err="1"/>
              <a:t>Оптимизировать</a:t>
            </a:r>
            <a:endParaRPr dirty="0"/>
          </a:p>
          <a:p>
            <a:r>
              <a:rPr dirty="0"/>
              <a:t>6. </a:t>
            </a:r>
            <a:r>
              <a:rPr dirty="0" err="1"/>
              <a:t>Согласовать</a:t>
            </a:r>
            <a:r>
              <a:rPr dirty="0"/>
              <a:t> </a:t>
            </a:r>
            <a:r>
              <a:rPr dirty="0" err="1"/>
              <a:t>решение</a:t>
            </a:r>
            <a:r>
              <a:rPr dirty="0"/>
              <a:t> и </a:t>
            </a:r>
            <a:r>
              <a:rPr dirty="0" err="1"/>
              <a:t>писать</a:t>
            </a:r>
            <a:r>
              <a:rPr dirty="0"/>
              <a:t> </a:t>
            </a:r>
            <a:r>
              <a:rPr dirty="0" err="1"/>
              <a:t>код</a:t>
            </a:r>
            <a:endParaRPr lang="ru-RU" dirty="0"/>
          </a:p>
          <a:p>
            <a:r>
              <a:rPr lang="ru-RU" dirty="0"/>
              <a:t>7. Проверить код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Шаг 1. Понимание условия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Пересказать</a:t>
            </a:r>
            <a:r>
              <a:rPr dirty="0"/>
              <a:t> </a:t>
            </a:r>
            <a:r>
              <a:rPr dirty="0" err="1"/>
              <a:t>задачу</a:t>
            </a:r>
            <a:r>
              <a:rPr dirty="0"/>
              <a:t> </a:t>
            </a:r>
            <a:r>
              <a:rPr dirty="0" err="1"/>
              <a:t>своими</a:t>
            </a:r>
            <a:r>
              <a:rPr dirty="0"/>
              <a:t> </a:t>
            </a:r>
            <a:r>
              <a:rPr dirty="0" err="1"/>
              <a:t>словами</a:t>
            </a:r>
            <a:endParaRPr dirty="0"/>
          </a:p>
          <a:p>
            <a:r>
              <a:rPr dirty="0" err="1"/>
              <a:t>Уточнить</a:t>
            </a:r>
            <a:r>
              <a:rPr dirty="0"/>
              <a:t> </a:t>
            </a:r>
            <a:r>
              <a:rPr dirty="0" err="1"/>
              <a:t>входные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и </a:t>
            </a:r>
            <a:r>
              <a:rPr dirty="0" err="1"/>
              <a:t>ограничения</a:t>
            </a:r>
            <a:endParaRPr dirty="0"/>
          </a:p>
          <a:p>
            <a:r>
              <a:rPr dirty="0" err="1"/>
              <a:t>Понять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именно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вернуть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Шаг 2. Тест-кейсы без кода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Минимальные</a:t>
            </a:r>
            <a:r>
              <a:rPr dirty="0"/>
              <a:t> </a:t>
            </a:r>
            <a:r>
              <a:rPr dirty="0" err="1"/>
              <a:t>случаи</a:t>
            </a:r>
            <a:endParaRPr dirty="0"/>
          </a:p>
          <a:p>
            <a:r>
              <a:rPr dirty="0" err="1"/>
              <a:t>Граничные</a:t>
            </a:r>
            <a:r>
              <a:rPr dirty="0"/>
              <a:t> </a:t>
            </a:r>
            <a:r>
              <a:rPr dirty="0" err="1"/>
              <a:t>случаи</a:t>
            </a:r>
            <a:endParaRPr dirty="0"/>
          </a:p>
          <a:p>
            <a:r>
              <a:rPr dirty="0" err="1"/>
              <a:t>Обычные</a:t>
            </a:r>
            <a:r>
              <a:rPr dirty="0"/>
              <a:t> </a:t>
            </a:r>
            <a:r>
              <a:rPr dirty="0" err="1"/>
              <a:t>примеры</a:t>
            </a:r>
            <a:endParaRPr dirty="0"/>
          </a:p>
          <a:p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понимания</a:t>
            </a:r>
            <a:r>
              <a:rPr dirty="0"/>
              <a:t> </a:t>
            </a:r>
            <a:r>
              <a:rPr dirty="0" err="1"/>
              <a:t>задачи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Шаг 3. Наивное решение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Самое простое и понятное решение</a:t>
            </a:r>
          </a:p>
          <a:p>
            <a:r>
              <a:t>Часто медленное, но корректное</a:t>
            </a:r>
          </a:p>
          <a:p>
            <a:r>
              <a:t>Хорошая база для оптимизации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Шаг 4. Оценка сложности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Временная сложность (Big-O)</a:t>
            </a:r>
          </a:p>
          <a:p>
            <a:r>
              <a:t>Пространственная сложность</a:t>
            </a:r>
          </a:p>
          <a:p>
            <a:r>
              <a:t>Важно уметь объяснить, откуда она берётся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2EC0408-6EFA-147A-D992-99BD71C0B9E9}"/>
                  </a:ext>
                </a:extLst>
              </p14:cNvPr>
              <p14:cNvContentPartPr/>
              <p14:nvPr/>
            </p14:nvContentPartPr>
            <p14:xfrm>
              <a:off x="3771730" y="4093930"/>
              <a:ext cx="442800" cy="521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2EC0408-6EFA-147A-D992-99BD71C0B9E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610" y="4087810"/>
                <a:ext cx="455040" cy="53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8068B490-8228-285C-2B79-C9F13A5F32B0}"/>
                  </a:ext>
                </a:extLst>
              </p14:cNvPr>
              <p14:cNvContentPartPr/>
              <p14:nvPr/>
            </p14:nvContentPartPr>
            <p14:xfrm>
              <a:off x="4381210" y="5431690"/>
              <a:ext cx="132840" cy="421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8068B490-8228-285C-2B79-C9F13A5F32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75090" y="5425570"/>
                <a:ext cx="14508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2192FDA0-B410-79B0-F508-D18DCC7A2DED}"/>
                  </a:ext>
                </a:extLst>
              </p14:cNvPr>
              <p14:cNvContentPartPr/>
              <p14:nvPr/>
            </p14:nvContentPartPr>
            <p14:xfrm>
              <a:off x="7518250" y="5676490"/>
              <a:ext cx="360" cy="36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2192FDA0-B410-79B0-F508-D18DCC7A2DE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12130" y="567037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F51F3193-0698-9D4D-81C5-E3476E5B1BAF}"/>
                  </a:ext>
                </a:extLst>
              </p14:cNvPr>
              <p14:cNvContentPartPr/>
              <p14:nvPr/>
            </p14:nvContentPartPr>
            <p14:xfrm>
              <a:off x="169210" y="6374890"/>
              <a:ext cx="142920" cy="17856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F51F3193-0698-9D4D-81C5-E3476E5B1BA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3090" y="6368770"/>
                <a:ext cx="15516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21E66138-AFDD-AF95-547D-5F2F9CA22142}"/>
                  </a:ext>
                </a:extLst>
              </p14:cNvPr>
              <p14:cNvContentPartPr/>
              <p14:nvPr/>
            </p14:nvContentPartPr>
            <p14:xfrm>
              <a:off x="418330" y="6321610"/>
              <a:ext cx="96120" cy="34776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21E66138-AFDD-AF95-547D-5F2F9CA2214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12210" y="6315490"/>
                <a:ext cx="10836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50F6A29E-AA2C-1FD0-E795-F47C62066BA8}"/>
                  </a:ext>
                </a:extLst>
              </p14:cNvPr>
              <p14:cNvContentPartPr/>
              <p14:nvPr/>
            </p14:nvContentPartPr>
            <p14:xfrm>
              <a:off x="558370" y="6353290"/>
              <a:ext cx="115560" cy="24984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50F6A29E-AA2C-1FD0-E795-F47C62066BA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52250" y="6347170"/>
                <a:ext cx="12780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D2A1B25E-BA7C-A531-C9DF-23FDC862C5D7}"/>
                  </a:ext>
                </a:extLst>
              </p14:cNvPr>
              <p14:cNvContentPartPr/>
              <p14:nvPr/>
            </p14:nvContentPartPr>
            <p14:xfrm>
              <a:off x="742690" y="6298930"/>
              <a:ext cx="84600" cy="44640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D2A1B25E-BA7C-A531-C9DF-23FDC862C5D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36570" y="6292810"/>
                <a:ext cx="96840" cy="45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8224B0CE-2727-5308-B380-C25A47C942D8}"/>
                  </a:ext>
                </a:extLst>
              </p14:cNvPr>
              <p14:cNvContentPartPr/>
              <p14:nvPr/>
            </p14:nvContentPartPr>
            <p14:xfrm>
              <a:off x="1873090" y="3720610"/>
              <a:ext cx="360" cy="36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8224B0CE-2727-5308-B380-C25A47C942D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66970" y="371449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C789D4C7-60ED-0924-DE5F-99A3C5548EB6}"/>
                  </a:ext>
                </a:extLst>
              </p14:cNvPr>
              <p14:cNvContentPartPr/>
              <p14:nvPr/>
            </p14:nvContentPartPr>
            <p14:xfrm>
              <a:off x="2001970" y="3720610"/>
              <a:ext cx="17640" cy="684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C789D4C7-60ED-0924-DE5F-99A3C5548EB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995850" y="3714490"/>
                <a:ext cx="29880" cy="1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3" name="Group 162">
            <a:extLst>
              <a:ext uri="{FF2B5EF4-FFF2-40B4-BE49-F238E27FC236}">
                <a16:creationId xmlns:a16="http://schemas.microsoft.com/office/drawing/2014/main" id="{FA679E91-66BB-13A0-0D04-EC984C66429F}"/>
              </a:ext>
            </a:extLst>
          </p:cNvPr>
          <p:cNvGrpSpPr/>
          <p:nvPr/>
        </p:nvGrpSpPr>
        <p:grpSpPr>
          <a:xfrm>
            <a:off x="2414530" y="3263410"/>
            <a:ext cx="6627240" cy="2769120"/>
            <a:chOff x="2414530" y="3263410"/>
            <a:chExt cx="6627240" cy="276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E111C0E-0D61-9189-14CA-43796573F2F5}"/>
                    </a:ext>
                  </a:extLst>
                </p14:cNvPr>
                <p14:cNvContentPartPr/>
                <p14:nvPr/>
              </p14:nvContentPartPr>
              <p14:xfrm>
                <a:off x="3268090" y="4069450"/>
                <a:ext cx="345600" cy="426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E111C0E-0D61-9189-14CA-43796573F2F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261970" y="4063330"/>
                  <a:ext cx="35784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4CA7362-4FD4-BE32-EC9F-0D6CC4753587}"/>
                    </a:ext>
                  </a:extLst>
                </p14:cNvPr>
                <p14:cNvContentPartPr/>
                <p14:nvPr/>
              </p14:nvContentPartPr>
              <p14:xfrm>
                <a:off x="3643930" y="3905650"/>
                <a:ext cx="369360" cy="900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4CA7362-4FD4-BE32-EC9F-0D6CC475358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637810" y="3899530"/>
                  <a:ext cx="381600" cy="9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63C6754-9A31-2AF8-6626-F61D7EAF81CE}"/>
                    </a:ext>
                  </a:extLst>
                </p14:cNvPr>
                <p14:cNvContentPartPr/>
                <p14:nvPr/>
              </p14:nvContentPartPr>
              <p14:xfrm>
                <a:off x="4279330" y="3917530"/>
                <a:ext cx="191520" cy="1028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63C6754-9A31-2AF8-6626-F61D7EAF81C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273210" y="3911410"/>
                  <a:ext cx="203760" cy="10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FD75A87-76DD-EC27-67BC-820E3DDD149A}"/>
                    </a:ext>
                  </a:extLst>
                </p14:cNvPr>
                <p14:cNvContentPartPr/>
                <p14:nvPr/>
              </p14:nvContentPartPr>
              <p14:xfrm>
                <a:off x="4641490" y="4400290"/>
                <a:ext cx="133200" cy="7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FD75A87-76DD-EC27-67BC-820E3DDD149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635370" y="4394170"/>
                  <a:ext cx="1454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04084B5-2435-9260-5A72-4B8B84674F7E}"/>
                    </a:ext>
                  </a:extLst>
                </p14:cNvPr>
                <p14:cNvContentPartPr/>
                <p14:nvPr/>
              </p14:nvContentPartPr>
              <p14:xfrm>
                <a:off x="4800610" y="4327930"/>
                <a:ext cx="167400" cy="243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04084B5-2435-9260-5A72-4B8B84674F7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794490" y="4321810"/>
                  <a:ext cx="1796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C22DDB0-9383-45AE-DC01-6BB8CD81B8A0}"/>
                    </a:ext>
                  </a:extLst>
                </p14:cNvPr>
                <p14:cNvContentPartPr/>
                <p14:nvPr/>
              </p14:nvContentPartPr>
              <p14:xfrm>
                <a:off x="5041810" y="4326490"/>
                <a:ext cx="189000" cy="214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C22DDB0-9383-45AE-DC01-6BB8CD81B8A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035690" y="4320370"/>
                  <a:ext cx="2012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F857225-435F-29F9-7307-65204764E91D}"/>
                    </a:ext>
                  </a:extLst>
                </p14:cNvPr>
                <p14:cNvContentPartPr/>
                <p14:nvPr/>
              </p14:nvContentPartPr>
              <p14:xfrm>
                <a:off x="5371930" y="4317490"/>
                <a:ext cx="19440" cy="215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F857225-435F-29F9-7307-65204764E91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365810" y="4311370"/>
                  <a:ext cx="316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C5AE544-88E7-E233-29A9-55FE527BF8F9}"/>
                    </a:ext>
                  </a:extLst>
                </p14:cNvPr>
                <p14:cNvContentPartPr/>
                <p14:nvPr/>
              </p14:nvContentPartPr>
              <p14:xfrm>
                <a:off x="5391010" y="4438810"/>
                <a:ext cx="82800" cy="12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C5AE544-88E7-E233-29A9-55FE527BF8F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384890" y="4432690"/>
                  <a:ext cx="950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1CB3F2C-5FC7-BF87-56FF-469FE0FD7901}"/>
                    </a:ext>
                  </a:extLst>
                </p14:cNvPr>
                <p14:cNvContentPartPr/>
                <p14:nvPr/>
              </p14:nvContentPartPr>
              <p14:xfrm>
                <a:off x="5492530" y="4330450"/>
                <a:ext cx="19440" cy="177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1CB3F2C-5FC7-BF87-56FF-469FE0FD790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486410" y="4324330"/>
                  <a:ext cx="316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2B74B88-B71F-4F94-EAC6-BB210A257349}"/>
                    </a:ext>
                  </a:extLst>
                </p14:cNvPr>
                <p14:cNvContentPartPr/>
                <p14:nvPr/>
              </p14:nvContentPartPr>
              <p14:xfrm>
                <a:off x="5568850" y="4527010"/>
                <a:ext cx="360" cy="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2B74B88-B71F-4F94-EAC6-BB210A25734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562730" y="452089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4197B3B-CABA-22A3-7C0E-6AA6BAFD0EF4}"/>
                    </a:ext>
                  </a:extLst>
                </p14:cNvPr>
                <p14:cNvContentPartPr/>
                <p14:nvPr/>
              </p14:nvContentPartPr>
              <p14:xfrm>
                <a:off x="5821570" y="4290490"/>
                <a:ext cx="122040" cy="205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4197B3B-CABA-22A3-7C0E-6AA6BAFD0EF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815450" y="4284370"/>
                  <a:ext cx="1342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415F477-6D19-DE3A-A5F6-850E7D2143AC}"/>
                    </a:ext>
                  </a:extLst>
                </p14:cNvPr>
                <p14:cNvContentPartPr/>
                <p14:nvPr/>
              </p14:nvContentPartPr>
              <p14:xfrm>
                <a:off x="5949730" y="4233250"/>
                <a:ext cx="171720" cy="271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415F477-6D19-DE3A-A5F6-850E7D2143A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943610" y="4227130"/>
                  <a:ext cx="1839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D46F363-0925-A6E2-A404-23BCB49865C1}"/>
                    </a:ext>
                  </a:extLst>
                </p14:cNvPr>
                <p14:cNvContentPartPr/>
                <p14:nvPr/>
              </p14:nvContentPartPr>
              <p14:xfrm>
                <a:off x="6202090" y="4273930"/>
                <a:ext cx="86400" cy="198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D46F363-0925-A6E2-A404-23BCB49865C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95970" y="4267810"/>
                  <a:ext cx="986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8BA402A-D51D-4FB2-DE5D-BB40D024FC0A}"/>
                    </a:ext>
                  </a:extLst>
                </p14:cNvPr>
                <p14:cNvContentPartPr/>
                <p14:nvPr/>
              </p14:nvContentPartPr>
              <p14:xfrm>
                <a:off x="6375250" y="4241530"/>
                <a:ext cx="321480" cy="256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8BA402A-D51D-4FB2-DE5D-BB40D024FC0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369130" y="4235410"/>
                  <a:ext cx="3337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8E3E0E0-3A00-369E-1E90-CC5EC2094BBC}"/>
                    </a:ext>
                  </a:extLst>
                </p14:cNvPr>
                <p14:cNvContentPartPr/>
                <p14:nvPr/>
              </p14:nvContentPartPr>
              <p14:xfrm>
                <a:off x="6851170" y="4215970"/>
                <a:ext cx="89640" cy="304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8E3E0E0-3A00-369E-1E90-CC5EC2094BB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845050" y="4209850"/>
                  <a:ext cx="1018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0345A20-A310-6ED0-1B6B-6BB60B130549}"/>
                    </a:ext>
                  </a:extLst>
                </p14:cNvPr>
                <p14:cNvContentPartPr/>
                <p14:nvPr/>
              </p14:nvContentPartPr>
              <p14:xfrm>
                <a:off x="6895810" y="4392730"/>
                <a:ext cx="303120" cy="7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0345A20-A310-6ED0-1B6B-6BB60B13054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889690" y="4386610"/>
                  <a:ext cx="3153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8294668-0DD8-C67A-927A-EFB59F6F93CB}"/>
                    </a:ext>
                  </a:extLst>
                </p14:cNvPr>
                <p14:cNvContentPartPr/>
                <p14:nvPr/>
              </p14:nvContentPartPr>
              <p14:xfrm>
                <a:off x="7111450" y="4222450"/>
                <a:ext cx="77040" cy="380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8294668-0DD8-C67A-927A-EFB59F6F93C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105330" y="4216330"/>
                  <a:ext cx="8928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334DDEC-DE16-FE0C-0BAB-96072DA33A15}"/>
                    </a:ext>
                  </a:extLst>
                </p14:cNvPr>
                <p14:cNvContentPartPr/>
                <p14:nvPr/>
              </p14:nvContentPartPr>
              <p14:xfrm>
                <a:off x="7232410" y="4609810"/>
                <a:ext cx="36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334DDEC-DE16-FE0C-0BAB-96072DA33A1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226290" y="460369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8E96E8C-42FB-4EDB-05BC-DBA96EECBE51}"/>
                    </a:ext>
                  </a:extLst>
                </p14:cNvPr>
                <p14:cNvContentPartPr/>
                <p14:nvPr/>
              </p14:nvContentPartPr>
              <p14:xfrm>
                <a:off x="2414530" y="3752290"/>
                <a:ext cx="1096920" cy="20210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8E96E8C-42FB-4EDB-05BC-DBA96EECBE5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408410" y="3746170"/>
                  <a:ext cx="1109160" cy="20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275FE20-A0EE-5569-9F33-2487E18DD9DC}"/>
                    </a:ext>
                  </a:extLst>
                </p14:cNvPr>
                <p14:cNvContentPartPr/>
                <p14:nvPr/>
              </p14:nvContentPartPr>
              <p14:xfrm>
                <a:off x="4205530" y="3366370"/>
                <a:ext cx="266760" cy="2779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275FE20-A0EE-5569-9F33-2487E18DD9D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199410" y="3360250"/>
                  <a:ext cx="2790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C8C9387-09A6-1449-682E-58ED45A42ACD}"/>
                    </a:ext>
                  </a:extLst>
                </p14:cNvPr>
                <p14:cNvContentPartPr/>
                <p14:nvPr/>
              </p14:nvContentPartPr>
              <p14:xfrm>
                <a:off x="4526650" y="3397690"/>
                <a:ext cx="216360" cy="205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C8C9387-09A6-1449-682E-58ED45A42AC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520530" y="3391570"/>
                  <a:ext cx="2286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530EC6B-3337-1EBD-0B51-FE11DE14C13A}"/>
                    </a:ext>
                  </a:extLst>
                </p14:cNvPr>
                <p14:cNvContentPartPr/>
                <p14:nvPr/>
              </p14:nvContentPartPr>
              <p14:xfrm>
                <a:off x="4749490" y="3416770"/>
                <a:ext cx="272880" cy="1832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530EC6B-3337-1EBD-0B51-FE11DE14C13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743370" y="3410650"/>
                  <a:ext cx="2851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EF9C4A0-0926-8F92-0C12-F1C01A4A4E89}"/>
                    </a:ext>
                  </a:extLst>
                </p14:cNvPr>
                <p14:cNvContentPartPr/>
                <p14:nvPr/>
              </p14:nvContentPartPr>
              <p14:xfrm>
                <a:off x="5003650" y="3366010"/>
                <a:ext cx="280080" cy="3196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EF9C4A0-0926-8F92-0C12-F1C01A4A4E8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997530" y="3359890"/>
                  <a:ext cx="29232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61C98C2-4AF4-89B2-EB71-26F73F6EA13C}"/>
                    </a:ext>
                  </a:extLst>
                </p14:cNvPr>
                <p14:cNvContentPartPr/>
                <p14:nvPr/>
              </p14:nvContentPartPr>
              <p14:xfrm>
                <a:off x="5304250" y="3422530"/>
                <a:ext cx="68040" cy="2368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61C98C2-4AF4-89B2-EB71-26F73F6EA13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298130" y="3416410"/>
                  <a:ext cx="802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2A28A5E-87F8-9F2A-9DEA-E7F4AB2D9EDC}"/>
                    </a:ext>
                  </a:extLst>
                </p14:cNvPr>
                <p14:cNvContentPartPr/>
                <p14:nvPr/>
              </p14:nvContentPartPr>
              <p14:xfrm>
                <a:off x="5251330" y="3371410"/>
                <a:ext cx="291600" cy="68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2A28A5E-87F8-9F2A-9DEA-E7F4AB2D9ED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245210" y="3365290"/>
                  <a:ext cx="3038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94A5431-D2E6-59C8-A05F-93E67FAB587E}"/>
                    </a:ext>
                  </a:extLst>
                </p14:cNvPr>
                <p14:cNvContentPartPr/>
                <p14:nvPr/>
              </p14:nvContentPartPr>
              <p14:xfrm>
                <a:off x="5510890" y="3371410"/>
                <a:ext cx="160560" cy="3200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94A5431-D2E6-59C8-A05F-93E67FAB587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504770" y="3365290"/>
                  <a:ext cx="17280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F7219F8-6C65-3AD7-9489-171CFBA793B9}"/>
                    </a:ext>
                  </a:extLst>
                </p14:cNvPr>
                <p14:cNvContentPartPr/>
                <p14:nvPr/>
              </p14:nvContentPartPr>
              <p14:xfrm>
                <a:off x="3485890" y="3263410"/>
                <a:ext cx="4076280" cy="5468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F7219F8-6C65-3AD7-9489-171CFBA793B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479770" y="3257290"/>
                  <a:ext cx="408852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F653610-984B-40EA-BBDF-5E9E3711E71B}"/>
                    </a:ext>
                  </a:extLst>
                </p14:cNvPr>
                <p14:cNvContentPartPr/>
                <p14:nvPr/>
              </p14:nvContentPartPr>
              <p14:xfrm>
                <a:off x="3137410" y="5212450"/>
                <a:ext cx="285840" cy="288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F653610-984B-40EA-BBDF-5E9E3711E71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131290" y="5206330"/>
                  <a:ext cx="2980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8D721EA-7DBD-E751-8B97-07E0318C5A5A}"/>
                    </a:ext>
                  </a:extLst>
                </p14:cNvPr>
                <p14:cNvContentPartPr/>
                <p14:nvPr/>
              </p14:nvContentPartPr>
              <p14:xfrm>
                <a:off x="3555730" y="5130370"/>
                <a:ext cx="178560" cy="400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8D721EA-7DBD-E751-8B97-07E0318C5A5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549610" y="5124250"/>
                  <a:ext cx="19080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CE31122-8218-CEFA-F2E2-DCBB88F39FFF}"/>
                    </a:ext>
                  </a:extLst>
                </p14:cNvPr>
                <p14:cNvContentPartPr/>
                <p14:nvPr/>
              </p14:nvContentPartPr>
              <p14:xfrm>
                <a:off x="3803410" y="5209930"/>
                <a:ext cx="191520" cy="288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CE31122-8218-CEFA-F2E2-DCBB88F39FF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797290" y="5203810"/>
                  <a:ext cx="2037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D754731-3B84-74E7-2ABD-FE876ED3D692}"/>
                    </a:ext>
                  </a:extLst>
                </p14:cNvPr>
                <p14:cNvContentPartPr/>
                <p14:nvPr/>
              </p14:nvContentPartPr>
              <p14:xfrm>
                <a:off x="4084930" y="5143330"/>
                <a:ext cx="101880" cy="510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D754731-3B84-74E7-2ABD-FE876ED3D69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078810" y="5137210"/>
                  <a:ext cx="11412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1384BC5-21DA-38D8-632F-992E42F95E80}"/>
                    </a:ext>
                  </a:extLst>
                </p14:cNvPr>
                <p14:cNvContentPartPr/>
                <p14:nvPr/>
              </p14:nvContentPartPr>
              <p14:xfrm>
                <a:off x="3959650" y="5441410"/>
                <a:ext cx="2880" cy="181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1384BC5-21DA-38D8-632F-992E42F95E8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953530" y="5435290"/>
                  <a:ext cx="151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FC8C07E-DE5F-5EE9-24F9-D59E1FEB8DDF}"/>
                    </a:ext>
                  </a:extLst>
                </p14:cNvPr>
                <p14:cNvContentPartPr/>
                <p14:nvPr/>
              </p14:nvContentPartPr>
              <p14:xfrm>
                <a:off x="3848050" y="5650210"/>
                <a:ext cx="177120" cy="7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FC8C07E-DE5F-5EE9-24F9-D59E1FEB8DD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841930" y="5644090"/>
                  <a:ext cx="1893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8B9CE02-131A-F547-9F14-6FF5F04693B8}"/>
                    </a:ext>
                  </a:extLst>
                </p14:cNvPr>
                <p14:cNvContentPartPr/>
                <p14:nvPr/>
              </p14:nvContentPartPr>
              <p14:xfrm>
                <a:off x="4691890" y="5281210"/>
                <a:ext cx="195840" cy="279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8B9CE02-131A-F547-9F14-6FF5F04693B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685770" y="5275090"/>
                  <a:ext cx="2080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1E32532-3088-E060-C56C-0CD7C4293F4B}"/>
                    </a:ext>
                  </a:extLst>
                </p14:cNvPr>
                <p14:cNvContentPartPr/>
                <p14:nvPr/>
              </p14:nvContentPartPr>
              <p14:xfrm>
                <a:off x="4794130" y="5416210"/>
                <a:ext cx="21240" cy="164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1E32532-3088-E060-C56C-0CD7C4293F4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788010" y="5410090"/>
                  <a:ext cx="334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9E160D8-7191-9AF1-4BF1-5528AA070532}"/>
                    </a:ext>
                  </a:extLst>
                </p14:cNvPr>
                <p14:cNvContentPartPr/>
                <p14:nvPr/>
              </p14:nvContentPartPr>
              <p14:xfrm>
                <a:off x="4919770" y="5292010"/>
                <a:ext cx="136440" cy="246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9E160D8-7191-9AF1-4BF1-5528AA07053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913650" y="5285890"/>
                  <a:ext cx="1486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10FCBD7-613A-F378-8829-EFFA8A2AC0EB}"/>
                    </a:ext>
                  </a:extLst>
                </p14:cNvPr>
                <p14:cNvContentPartPr/>
                <p14:nvPr/>
              </p14:nvContentPartPr>
              <p14:xfrm>
                <a:off x="5089690" y="5314690"/>
                <a:ext cx="86400" cy="3196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10FCBD7-613A-F378-8829-EFFA8A2AC0E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083570" y="5308570"/>
                  <a:ext cx="9864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44FFC4B-79B4-52E5-0F99-EF3379CA28DD}"/>
                    </a:ext>
                  </a:extLst>
                </p14:cNvPr>
                <p14:cNvContentPartPr/>
                <p14:nvPr/>
              </p14:nvContentPartPr>
              <p14:xfrm>
                <a:off x="5136850" y="5459410"/>
                <a:ext cx="144720" cy="34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44FFC4B-79B4-52E5-0F99-EF3379CA28D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130730" y="5453290"/>
                  <a:ext cx="1569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0C60120-BB22-64D0-00AB-5C29ED41AB7A}"/>
                    </a:ext>
                  </a:extLst>
                </p14:cNvPr>
                <p14:cNvContentPartPr/>
                <p14:nvPr/>
              </p14:nvContentPartPr>
              <p14:xfrm>
                <a:off x="5259970" y="5339890"/>
                <a:ext cx="48960" cy="3610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0C60120-BB22-64D0-00AB-5C29ED41AB7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253850" y="5333770"/>
                  <a:ext cx="6120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701F536-098C-0DD7-DBFD-FDDD772D80AE}"/>
                    </a:ext>
                  </a:extLst>
                </p14:cNvPr>
                <p14:cNvContentPartPr/>
                <p14:nvPr/>
              </p14:nvContentPartPr>
              <p14:xfrm>
                <a:off x="5435290" y="5352130"/>
                <a:ext cx="114840" cy="257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701F536-098C-0DD7-DBFD-FDDD772D80A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429170" y="5346010"/>
                  <a:ext cx="1270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48ACD57-5174-0AE7-FF91-A2E612C0000F}"/>
                    </a:ext>
                  </a:extLst>
                </p14:cNvPr>
                <p14:cNvContentPartPr/>
                <p14:nvPr/>
              </p14:nvContentPartPr>
              <p14:xfrm>
                <a:off x="5689090" y="5384530"/>
                <a:ext cx="13320" cy="242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48ACD57-5174-0AE7-FF91-A2E612C0000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682970" y="5378410"/>
                  <a:ext cx="255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A87E415-5D38-40EF-62F0-2CC91F42BD21}"/>
                    </a:ext>
                  </a:extLst>
                </p14:cNvPr>
                <p14:cNvContentPartPr/>
                <p14:nvPr/>
              </p14:nvContentPartPr>
              <p14:xfrm>
                <a:off x="5587570" y="5389930"/>
                <a:ext cx="177480" cy="140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A87E415-5D38-40EF-62F0-2CC91F42BD2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581450" y="5383810"/>
                  <a:ext cx="1897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7E656A0-B4EA-C59D-4CE9-BDEA3A4D5D9B}"/>
                    </a:ext>
                  </a:extLst>
                </p14:cNvPr>
                <p14:cNvContentPartPr/>
                <p14:nvPr/>
              </p14:nvContentPartPr>
              <p14:xfrm>
                <a:off x="5892490" y="5600530"/>
                <a:ext cx="360" cy="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7E656A0-B4EA-C59D-4CE9-BDEA3A4D5D9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86370" y="559441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DA6BDBF-791C-1515-56F0-A7D0D19F81A9}"/>
                    </a:ext>
                  </a:extLst>
                </p14:cNvPr>
                <p14:cNvContentPartPr/>
                <p14:nvPr/>
              </p14:nvContentPartPr>
              <p14:xfrm>
                <a:off x="6088330" y="5406490"/>
                <a:ext cx="102960" cy="169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DA6BDBF-791C-1515-56F0-A7D0D19F81A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082210" y="5400370"/>
                  <a:ext cx="1152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35D5A2C-C13C-FF33-7816-589686F45772}"/>
                    </a:ext>
                  </a:extLst>
                </p14:cNvPr>
                <p14:cNvContentPartPr/>
                <p14:nvPr/>
              </p14:nvContentPartPr>
              <p14:xfrm>
                <a:off x="6235570" y="5388850"/>
                <a:ext cx="142560" cy="2347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35D5A2C-C13C-FF33-7816-589686F4577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229450" y="5382730"/>
                  <a:ext cx="1548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171C6D6-0DC4-E157-4F44-5C02ECD847FD}"/>
                    </a:ext>
                  </a:extLst>
                </p14:cNvPr>
                <p14:cNvContentPartPr/>
                <p14:nvPr/>
              </p14:nvContentPartPr>
              <p14:xfrm>
                <a:off x="6509530" y="5402530"/>
                <a:ext cx="120960" cy="203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171C6D6-0DC4-E157-4F44-5C02ECD847F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503410" y="5396410"/>
                  <a:ext cx="1332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69DAB23-3433-088D-56CB-FAE36163F7F3}"/>
                    </a:ext>
                  </a:extLst>
                </p14:cNvPr>
                <p14:cNvContentPartPr/>
                <p14:nvPr/>
              </p14:nvContentPartPr>
              <p14:xfrm>
                <a:off x="6686290" y="5445730"/>
                <a:ext cx="352440" cy="1760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69DAB23-3433-088D-56CB-FAE36163F7F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680170" y="5439610"/>
                  <a:ext cx="3646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3F963A3-A91F-C7E4-C5BE-B7292F61817D}"/>
                    </a:ext>
                  </a:extLst>
                </p14:cNvPr>
                <p14:cNvContentPartPr/>
                <p14:nvPr/>
              </p14:nvContentPartPr>
              <p14:xfrm>
                <a:off x="7136650" y="5416210"/>
                <a:ext cx="26640" cy="264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3F963A3-A91F-C7E4-C5BE-B7292F61817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130530" y="5410090"/>
                  <a:ext cx="388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949151D-27EA-B6A5-57C5-593992767A8D}"/>
                    </a:ext>
                  </a:extLst>
                </p14:cNvPr>
                <p14:cNvContentPartPr/>
                <p14:nvPr/>
              </p14:nvContentPartPr>
              <p14:xfrm>
                <a:off x="7137010" y="5530690"/>
                <a:ext cx="222480" cy="76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949151D-27EA-B6A5-57C5-593992767A8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130890" y="5524570"/>
                  <a:ext cx="2347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F045A58-A13A-F78F-5B61-30526871AAE0}"/>
                    </a:ext>
                  </a:extLst>
                </p14:cNvPr>
                <p14:cNvContentPartPr/>
                <p14:nvPr/>
              </p14:nvContentPartPr>
              <p14:xfrm>
                <a:off x="7365970" y="5454370"/>
                <a:ext cx="7200" cy="260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F045A58-A13A-F78F-5B61-30526871AAE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359850" y="5448250"/>
                  <a:ext cx="194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BA4B549-8394-38F1-9F41-AF06D1D85F58}"/>
                    </a:ext>
                  </a:extLst>
                </p14:cNvPr>
                <p14:cNvContentPartPr/>
                <p14:nvPr/>
              </p14:nvContentPartPr>
              <p14:xfrm>
                <a:off x="2448370" y="5783410"/>
                <a:ext cx="6593400" cy="2491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BA4B549-8394-38F1-9F41-AF06D1D85F5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442250" y="5777290"/>
                  <a:ext cx="6605640" cy="26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E383A301-141A-9FED-92F5-3E18F040E7BF}"/>
              </a:ext>
            </a:extLst>
          </p:cNvPr>
          <p:cNvGrpSpPr/>
          <p:nvPr/>
        </p:nvGrpSpPr>
        <p:grpSpPr>
          <a:xfrm>
            <a:off x="1032850" y="1571770"/>
            <a:ext cx="1209960" cy="192960"/>
            <a:chOff x="1032850" y="1571770"/>
            <a:chExt cx="1209960" cy="19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B09AD32-A4E0-A854-9988-A7B8A06026C1}"/>
                    </a:ext>
                  </a:extLst>
                </p14:cNvPr>
                <p14:cNvContentPartPr/>
                <p14:nvPr/>
              </p14:nvContentPartPr>
              <p14:xfrm>
                <a:off x="1032850" y="1571770"/>
                <a:ext cx="84960" cy="1576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B09AD32-A4E0-A854-9988-A7B8A06026C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26730" y="1565650"/>
                  <a:ext cx="972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C33D8D4-980F-9977-1575-8F300A96E82A}"/>
                    </a:ext>
                  </a:extLst>
                </p14:cNvPr>
                <p14:cNvContentPartPr/>
                <p14:nvPr/>
              </p14:nvContentPartPr>
              <p14:xfrm>
                <a:off x="1167850" y="1587250"/>
                <a:ext cx="123120" cy="1634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C33D8D4-980F-9977-1575-8F300A96E82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61730" y="1581130"/>
                  <a:ext cx="1353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A0697B2-3E4D-6BB8-4213-866E3F1C8E69}"/>
                    </a:ext>
                  </a:extLst>
                </p14:cNvPr>
                <p14:cNvContentPartPr/>
                <p14:nvPr/>
              </p14:nvContentPartPr>
              <p14:xfrm>
                <a:off x="1237690" y="1692370"/>
                <a:ext cx="71640" cy="518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A0697B2-3E4D-6BB8-4213-866E3F1C8E6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231570" y="1686250"/>
                  <a:ext cx="838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0370A1F-0F91-F8B1-16D1-F9D47DE73DA2}"/>
                    </a:ext>
                  </a:extLst>
                </p14:cNvPr>
                <p14:cNvContentPartPr/>
                <p14:nvPr/>
              </p14:nvContentPartPr>
              <p14:xfrm>
                <a:off x="1439650" y="1594450"/>
                <a:ext cx="78120" cy="1256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0370A1F-0F91-F8B1-16D1-F9D47DE73DA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433530" y="1588330"/>
                  <a:ext cx="903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D88B561-E2C7-A434-8BFA-474258B8068B}"/>
                    </a:ext>
                  </a:extLst>
                </p14:cNvPr>
                <p14:cNvContentPartPr/>
                <p14:nvPr/>
              </p14:nvContentPartPr>
              <p14:xfrm>
                <a:off x="1541890" y="1599850"/>
                <a:ext cx="52200" cy="1648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D88B561-E2C7-A434-8BFA-474258B8068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535770" y="1593730"/>
                  <a:ext cx="644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56FABC6-B94A-C4B8-786D-8FACC3565D24}"/>
                    </a:ext>
                  </a:extLst>
                </p14:cNvPr>
                <p14:cNvContentPartPr/>
                <p14:nvPr/>
              </p14:nvContentPartPr>
              <p14:xfrm>
                <a:off x="1617490" y="1586890"/>
                <a:ext cx="53280" cy="813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56FABC6-B94A-C4B8-786D-8FACC3565D2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611370" y="1580770"/>
                  <a:ext cx="655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E64271C-CF8B-32CC-1DB8-9FDA73449872}"/>
                    </a:ext>
                  </a:extLst>
                </p14:cNvPr>
                <p14:cNvContentPartPr/>
                <p14:nvPr/>
              </p14:nvContentPartPr>
              <p14:xfrm>
                <a:off x="1731250" y="1624690"/>
                <a:ext cx="47520" cy="709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E64271C-CF8B-32CC-1DB8-9FDA7344987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725130" y="1618570"/>
                  <a:ext cx="597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3292DE2-34DD-DA8B-DC2C-5F8D213D99D0}"/>
                    </a:ext>
                  </a:extLst>
                </p14:cNvPr>
                <p14:cNvContentPartPr/>
                <p14:nvPr/>
              </p14:nvContentPartPr>
              <p14:xfrm>
                <a:off x="1873090" y="1612450"/>
                <a:ext cx="86040" cy="849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3292DE2-34DD-DA8B-DC2C-5F8D213D99D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866970" y="1606330"/>
                  <a:ext cx="982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35F539B-CAD0-4984-13DA-E23A4F917C85}"/>
                    </a:ext>
                  </a:extLst>
                </p14:cNvPr>
                <p14:cNvContentPartPr/>
                <p14:nvPr/>
              </p14:nvContentPartPr>
              <p14:xfrm>
                <a:off x="2007730" y="1650610"/>
                <a:ext cx="30600" cy="889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35F539B-CAD0-4984-13DA-E23A4F917C8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001610" y="1644490"/>
                  <a:ext cx="428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EF55BE0-D4FD-74A4-B65C-744F156B5A65}"/>
                    </a:ext>
                  </a:extLst>
                </p14:cNvPr>
                <p14:cNvContentPartPr/>
                <p14:nvPr/>
              </p14:nvContentPartPr>
              <p14:xfrm>
                <a:off x="1999810" y="1644130"/>
                <a:ext cx="82440" cy="3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EF55BE0-D4FD-74A4-B65C-744F156B5A6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993690" y="1638010"/>
                  <a:ext cx="946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21722D1-8B1C-80D7-E166-02313AE924AE}"/>
                    </a:ext>
                  </a:extLst>
                </p14:cNvPr>
                <p14:cNvContentPartPr/>
                <p14:nvPr/>
              </p14:nvContentPartPr>
              <p14:xfrm>
                <a:off x="2165050" y="1593730"/>
                <a:ext cx="77760" cy="1537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21722D1-8B1C-80D7-E166-02313AE924A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158930" y="1587610"/>
                  <a:ext cx="9000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B8124015-64DF-9FA6-FE87-DEC1DD46CFA2}"/>
              </a:ext>
            </a:extLst>
          </p:cNvPr>
          <p:cNvGrpSpPr/>
          <p:nvPr/>
        </p:nvGrpSpPr>
        <p:grpSpPr>
          <a:xfrm>
            <a:off x="1047250" y="2043010"/>
            <a:ext cx="1062360" cy="281880"/>
            <a:chOff x="1047250" y="2043010"/>
            <a:chExt cx="1062360" cy="28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458ACC9-56B1-CB3A-F5B5-838014F3CFE2}"/>
                    </a:ext>
                  </a:extLst>
                </p14:cNvPr>
                <p14:cNvContentPartPr/>
                <p14:nvPr/>
              </p14:nvContentPartPr>
              <p14:xfrm>
                <a:off x="1047250" y="2124370"/>
                <a:ext cx="111240" cy="1594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458ACC9-56B1-CB3A-F5B5-838014F3CFE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41130" y="2118250"/>
                  <a:ext cx="1234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AA61E31-CBB5-7F72-D43A-D62224C6D83C}"/>
                    </a:ext>
                  </a:extLst>
                </p14:cNvPr>
                <p14:cNvContentPartPr/>
                <p14:nvPr/>
              </p14:nvContentPartPr>
              <p14:xfrm>
                <a:off x="1079290" y="2253970"/>
                <a:ext cx="47520" cy="558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AA61E31-CBB5-7F72-D43A-D62224C6D83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73170" y="2247850"/>
                  <a:ext cx="597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5FAC101-74F2-8525-C081-269A013DCF93}"/>
                    </a:ext>
                  </a:extLst>
                </p14:cNvPr>
                <p14:cNvContentPartPr/>
                <p14:nvPr/>
              </p14:nvContentPartPr>
              <p14:xfrm>
                <a:off x="1236970" y="2133370"/>
                <a:ext cx="122400" cy="1537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5FAC101-74F2-8525-C081-269A013DCF9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230850" y="2127250"/>
                  <a:ext cx="1346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BF26F83-D3FF-010A-025D-61ADB27D9A23}"/>
                    </a:ext>
                  </a:extLst>
                </p14:cNvPr>
                <p14:cNvContentPartPr/>
                <p14:nvPr/>
              </p14:nvContentPartPr>
              <p14:xfrm>
                <a:off x="1409410" y="2113210"/>
                <a:ext cx="159480" cy="1537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BF26F83-D3FF-010A-025D-61ADB27D9A2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403290" y="2107090"/>
                  <a:ext cx="1717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15FBE9E9-64B3-F476-0524-685757134AAE}"/>
                    </a:ext>
                  </a:extLst>
                </p14:cNvPr>
                <p14:cNvContentPartPr/>
                <p14:nvPr/>
              </p14:nvContentPartPr>
              <p14:xfrm>
                <a:off x="1644490" y="2183770"/>
                <a:ext cx="120240" cy="79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15FBE9E9-64B3-F476-0524-685757134AA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638370" y="2177650"/>
                  <a:ext cx="1324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3CCB9F1-F561-927E-CB3C-62335E54672D}"/>
                    </a:ext>
                  </a:extLst>
                </p14:cNvPr>
                <p14:cNvContentPartPr/>
                <p14:nvPr/>
              </p14:nvContentPartPr>
              <p14:xfrm>
                <a:off x="1839610" y="2043010"/>
                <a:ext cx="129600" cy="2480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3CCB9F1-F561-927E-CB3C-62335E54672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833490" y="2036890"/>
                  <a:ext cx="1418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3117520F-F370-4BC7-A210-5A6992C56AED}"/>
                    </a:ext>
                  </a:extLst>
                </p14:cNvPr>
                <p14:cNvContentPartPr/>
                <p14:nvPr/>
              </p14:nvContentPartPr>
              <p14:xfrm>
                <a:off x="1987570" y="2169730"/>
                <a:ext cx="122040" cy="1551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3117520F-F370-4BC7-A210-5A6992C56AE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981450" y="2163610"/>
                  <a:ext cx="13428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413D6080-231C-327C-967F-3073A7661069}"/>
              </a:ext>
            </a:extLst>
          </p:cNvPr>
          <p:cNvGrpSpPr/>
          <p:nvPr/>
        </p:nvGrpSpPr>
        <p:grpSpPr>
          <a:xfrm>
            <a:off x="2316610" y="2105290"/>
            <a:ext cx="1316520" cy="213480"/>
            <a:chOff x="2316610" y="2105290"/>
            <a:chExt cx="1316520" cy="21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89EF6CB-96BC-474E-3DDF-5FFF83EA9BEC}"/>
                    </a:ext>
                  </a:extLst>
                </p14:cNvPr>
                <p14:cNvContentPartPr/>
                <p14:nvPr/>
              </p14:nvContentPartPr>
              <p14:xfrm>
                <a:off x="2316610" y="2127250"/>
                <a:ext cx="90360" cy="1234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89EF6CB-96BC-474E-3DDF-5FFF83EA9BE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310490" y="2121130"/>
                  <a:ext cx="1026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58FA88F-5B72-44B9-4669-1C81A4D7B729}"/>
                    </a:ext>
                  </a:extLst>
                </p14:cNvPr>
                <p14:cNvContentPartPr/>
                <p14:nvPr/>
              </p14:nvContentPartPr>
              <p14:xfrm>
                <a:off x="2450530" y="2139490"/>
                <a:ext cx="79200" cy="802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58FA88F-5B72-44B9-4669-1C81A4D7B72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444410" y="2133370"/>
                  <a:ext cx="914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1586AA9-8CF6-192F-8883-E13029F7D724}"/>
                    </a:ext>
                  </a:extLst>
                </p14:cNvPr>
                <p14:cNvContentPartPr/>
                <p14:nvPr/>
              </p14:nvContentPartPr>
              <p14:xfrm>
                <a:off x="2571490" y="2127970"/>
                <a:ext cx="95760" cy="1087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1586AA9-8CF6-192F-8883-E13029F7D72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565370" y="2121850"/>
                  <a:ext cx="108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61CA800-7897-C1D2-6665-AB34BF093F52}"/>
                    </a:ext>
                  </a:extLst>
                </p14:cNvPr>
                <p14:cNvContentPartPr/>
                <p14:nvPr/>
              </p14:nvContentPartPr>
              <p14:xfrm>
                <a:off x="2737450" y="2152450"/>
                <a:ext cx="43920" cy="1663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61CA800-7897-C1D2-6665-AB34BF093F5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731330" y="2146330"/>
                  <a:ext cx="561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71E9F2B-1877-A3B5-3989-994C06B782D0}"/>
                    </a:ext>
                  </a:extLst>
                </p14:cNvPr>
                <p14:cNvContentPartPr/>
                <p14:nvPr/>
              </p14:nvContentPartPr>
              <p14:xfrm>
                <a:off x="2800090" y="2105290"/>
                <a:ext cx="96480" cy="1116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71E9F2B-1877-A3B5-3989-994C06B782D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793970" y="2099170"/>
                  <a:ext cx="1087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1C47CAC-6033-8995-EF62-40F5D49E31E9}"/>
                    </a:ext>
                  </a:extLst>
                </p14:cNvPr>
                <p14:cNvContentPartPr/>
                <p14:nvPr/>
              </p14:nvContentPartPr>
              <p14:xfrm>
                <a:off x="2901250" y="2127970"/>
                <a:ext cx="136440" cy="1411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1C47CAC-6033-8995-EF62-40F5D49E31E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895130" y="2121850"/>
                  <a:ext cx="1486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98BAB57-C544-5C70-23B5-CAA774D4B1EF}"/>
                    </a:ext>
                  </a:extLst>
                </p14:cNvPr>
                <p14:cNvContentPartPr/>
                <p14:nvPr/>
              </p14:nvContentPartPr>
              <p14:xfrm>
                <a:off x="3115810" y="2139490"/>
                <a:ext cx="123120" cy="1591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98BAB57-C544-5C70-23B5-CAA774D4B1E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109690" y="2133370"/>
                  <a:ext cx="1353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49C102D-84FE-B4B9-4BF1-5495A61282CA}"/>
                    </a:ext>
                  </a:extLst>
                </p14:cNvPr>
                <p14:cNvContentPartPr/>
                <p14:nvPr/>
              </p14:nvContentPartPr>
              <p14:xfrm>
                <a:off x="3313810" y="2145970"/>
                <a:ext cx="96840" cy="1270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49C102D-84FE-B4B9-4BF1-5495A61282C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307690" y="2139850"/>
                  <a:ext cx="1090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73DA244-FF3C-5C41-BD86-7515DBACCE05}"/>
                    </a:ext>
                  </a:extLst>
                </p14:cNvPr>
                <p14:cNvContentPartPr/>
                <p14:nvPr/>
              </p14:nvContentPartPr>
              <p14:xfrm>
                <a:off x="3511090" y="2190610"/>
                <a:ext cx="122040" cy="961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73DA244-FF3C-5C41-BD86-7515DBACCE0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504970" y="2184490"/>
                  <a:ext cx="1342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ABC34FB-1F38-2D76-B205-FD1C52E509DD}"/>
                    </a:ext>
                  </a:extLst>
                </p14:cNvPr>
                <p14:cNvContentPartPr/>
                <p14:nvPr/>
              </p14:nvContentPartPr>
              <p14:xfrm>
                <a:off x="3530530" y="2133370"/>
                <a:ext cx="82440" cy="68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ABC34FB-1F38-2D76-B205-FD1C52E509D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524410" y="2127250"/>
                  <a:ext cx="9468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39E5927F-0CD9-EB2D-A176-9EDF1D4B7471}"/>
              </a:ext>
            </a:extLst>
          </p:cNvPr>
          <p:cNvGrpSpPr/>
          <p:nvPr/>
        </p:nvGrpSpPr>
        <p:grpSpPr>
          <a:xfrm>
            <a:off x="164890" y="5244850"/>
            <a:ext cx="1481400" cy="856080"/>
            <a:chOff x="164890" y="5244850"/>
            <a:chExt cx="1481400" cy="85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3F2A602-8592-BB1B-2966-3CEE4038A0C7}"/>
                    </a:ext>
                  </a:extLst>
                </p14:cNvPr>
                <p14:cNvContentPartPr/>
                <p14:nvPr/>
              </p14:nvContentPartPr>
              <p14:xfrm>
                <a:off x="183250" y="5821210"/>
                <a:ext cx="167760" cy="2448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3F2A602-8592-BB1B-2966-3CEE4038A0C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77130" y="5815090"/>
                  <a:ext cx="18000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18DF5B2-5D49-AC54-2642-268419265FDA}"/>
                    </a:ext>
                  </a:extLst>
                </p14:cNvPr>
                <p14:cNvContentPartPr/>
                <p14:nvPr/>
              </p14:nvContentPartPr>
              <p14:xfrm>
                <a:off x="431290" y="5810770"/>
                <a:ext cx="121320" cy="2530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18DF5B2-5D49-AC54-2642-268419265FD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25170" y="5804650"/>
                  <a:ext cx="1335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99EB621-2432-C2B5-91E8-0AF607DFE675}"/>
                    </a:ext>
                  </a:extLst>
                </p14:cNvPr>
                <p14:cNvContentPartPr/>
                <p14:nvPr/>
              </p14:nvContentPartPr>
              <p14:xfrm>
                <a:off x="552250" y="5770090"/>
                <a:ext cx="252000" cy="2941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99EB621-2432-C2B5-91E8-0AF607DFE67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46130" y="5763970"/>
                  <a:ext cx="26424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5C67D84-2779-8248-9324-D0788674F336}"/>
                    </a:ext>
                  </a:extLst>
                </p14:cNvPr>
                <p14:cNvContentPartPr/>
                <p14:nvPr/>
              </p14:nvContentPartPr>
              <p14:xfrm>
                <a:off x="901450" y="5708530"/>
                <a:ext cx="123480" cy="3924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5C67D84-2779-8248-9324-D0788674F33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95330" y="5702410"/>
                  <a:ext cx="13572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CB95CCFF-47A7-3ACB-8B27-4190F4827966}"/>
                    </a:ext>
                  </a:extLst>
                </p14:cNvPr>
                <p14:cNvContentPartPr/>
                <p14:nvPr/>
              </p14:nvContentPartPr>
              <p14:xfrm>
                <a:off x="164890" y="5330890"/>
                <a:ext cx="172440" cy="2448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CB95CCFF-47A7-3ACB-8B27-4190F48279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58770" y="5324770"/>
                  <a:ext cx="1846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25AE17B-6FB2-3641-77FE-D2F55B14F1B4}"/>
                    </a:ext>
                  </a:extLst>
                </p14:cNvPr>
                <p14:cNvContentPartPr/>
                <p14:nvPr/>
              </p14:nvContentPartPr>
              <p14:xfrm>
                <a:off x="501130" y="5325490"/>
                <a:ext cx="64800" cy="2430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25AE17B-6FB2-3641-77FE-D2F55B14F1B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95010" y="5319370"/>
                  <a:ext cx="770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505AA093-A8EF-C183-86FF-B869A5101C44}"/>
                    </a:ext>
                  </a:extLst>
                </p14:cNvPr>
                <p14:cNvContentPartPr/>
                <p14:nvPr/>
              </p14:nvContentPartPr>
              <p14:xfrm>
                <a:off x="609130" y="5328370"/>
                <a:ext cx="178560" cy="2343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505AA093-A8EF-C183-86FF-B869A5101C4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03010" y="5322250"/>
                  <a:ext cx="1908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2F2C5B4-B0B6-6979-BA11-BAF8D0EB7F6F}"/>
                    </a:ext>
                  </a:extLst>
                </p14:cNvPr>
                <p14:cNvContentPartPr/>
                <p14:nvPr/>
              </p14:nvContentPartPr>
              <p14:xfrm>
                <a:off x="907930" y="5308930"/>
                <a:ext cx="83880" cy="2329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2F2C5B4-B0B6-6979-BA11-BAF8D0EB7F6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01810" y="5302810"/>
                  <a:ext cx="961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DC9F1C2-1993-2658-1A8D-3824FA320357}"/>
                    </a:ext>
                  </a:extLst>
                </p14:cNvPr>
                <p14:cNvContentPartPr/>
                <p14:nvPr/>
              </p14:nvContentPartPr>
              <p14:xfrm>
                <a:off x="1002610" y="5435290"/>
                <a:ext cx="64800" cy="1170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DC9F1C2-1993-2658-1A8D-3824FA32035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96490" y="5429170"/>
                  <a:ext cx="770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FEF86DF-3131-6A5F-DD00-E07C66D921C2}"/>
                    </a:ext>
                  </a:extLst>
                </p14:cNvPr>
                <p14:cNvContentPartPr/>
                <p14:nvPr/>
              </p14:nvContentPartPr>
              <p14:xfrm>
                <a:off x="1104490" y="5432770"/>
                <a:ext cx="113760" cy="2120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FEF86DF-3131-6A5F-DD00-E07C66D921C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98370" y="5426650"/>
                  <a:ext cx="1260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3FAACBC-3994-5EE7-B390-A16F88753514}"/>
                    </a:ext>
                  </a:extLst>
                </p14:cNvPr>
                <p14:cNvContentPartPr/>
                <p14:nvPr/>
              </p14:nvContentPartPr>
              <p14:xfrm>
                <a:off x="1276210" y="5293450"/>
                <a:ext cx="237960" cy="2689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3FAACBC-3994-5EE7-B390-A16F8875351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270090" y="5287330"/>
                  <a:ext cx="2502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CE7979A-F479-5097-111F-A7477EDBDE9E}"/>
                    </a:ext>
                  </a:extLst>
                </p14:cNvPr>
                <p14:cNvContentPartPr/>
                <p14:nvPr/>
              </p14:nvContentPartPr>
              <p14:xfrm>
                <a:off x="1582930" y="5263930"/>
                <a:ext cx="63360" cy="3952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CE7979A-F479-5097-111F-A7477EDBDE9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576810" y="5257810"/>
                  <a:ext cx="7560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D72A0326-A5B1-5280-1A3B-5CD66E84326C}"/>
                    </a:ext>
                  </a:extLst>
                </p14:cNvPr>
                <p14:cNvContentPartPr/>
                <p14:nvPr/>
              </p14:nvContentPartPr>
              <p14:xfrm>
                <a:off x="515530" y="5244850"/>
                <a:ext cx="94320" cy="2678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D72A0326-A5B1-5280-1A3B-5CD66E84326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09410" y="5238730"/>
                  <a:ext cx="106560" cy="28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35350D83-64FC-BD91-42E7-F6F9E6057255}"/>
              </a:ext>
            </a:extLst>
          </p:cNvPr>
          <p:cNvGrpSpPr/>
          <p:nvPr/>
        </p:nvGrpSpPr>
        <p:grpSpPr>
          <a:xfrm>
            <a:off x="1720450" y="5333770"/>
            <a:ext cx="657720" cy="248760"/>
            <a:chOff x="1720450" y="5333770"/>
            <a:chExt cx="657720" cy="24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A9001E39-01F6-F5C4-1415-7D354EFE5ED1}"/>
                    </a:ext>
                  </a:extLst>
                </p14:cNvPr>
                <p14:cNvContentPartPr/>
                <p14:nvPr/>
              </p14:nvContentPartPr>
              <p14:xfrm>
                <a:off x="1720450" y="5466970"/>
                <a:ext cx="107640" cy="3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A9001E39-01F6-F5C4-1415-7D354EFE5ED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714330" y="5460850"/>
                  <a:ext cx="1198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FF06947C-F345-B1CA-70C3-BD12B4B86D58}"/>
                    </a:ext>
                  </a:extLst>
                </p14:cNvPr>
                <p14:cNvContentPartPr/>
                <p14:nvPr/>
              </p14:nvContentPartPr>
              <p14:xfrm>
                <a:off x="1918810" y="5363650"/>
                <a:ext cx="62280" cy="2188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FF06947C-F345-B1CA-70C3-BD12B4B86D5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912690" y="5357530"/>
                  <a:ext cx="745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253380D-C1CF-593C-AF78-735D013B192E}"/>
                    </a:ext>
                  </a:extLst>
                </p14:cNvPr>
                <p14:cNvContentPartPr/>
                <p14:nvPr/>
              </p14:nvContentPartPr>
              <p14:xfrm>
                <a:off x="2048770" y="5363290"/>
                <a:ext cx="78840" cy="1749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253380D-C1CF-593C-AF78-735D013B192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042650" y="5357170"/>
                  <a:ext cx="910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21D81822-BED2-0F89-36F1-F2DBAB2F5944}"/>
                    </a:ext>
                  </a:extLst>
                </p14:cNvPr>
                <p14:cNvContentPartPr/>
                <p14:nvPr/>
              </p14:nvContentPartPr>
              <p14:xfrm>
                <a:off x="2165050" y="5378050"/>
                <a:ext cx="102960" cy="1440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21D81822-BED2-0F89-36F1-F2DBAB2F594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158930" y="5371930"/>
                  <a:ext cx="1152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174290E-BA6B-D21B-1486-DC157FA9CF4D}"/>
                    </a:ext>
                  </a:extLst>
                </p14:cNvPr>
                <p14:cNvContentPartPr/>
                <p14:nvPr/>
              </p14:nvContentPartPr>
              <p14:xfrm>
                <a:off x="2335690" y="5333770"/>
                <a:ext cx="39600" cy="2408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174290E-BA6B-D21B-1486-DC157FA9CF4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329570" y="5327650"/>
                  <a:ext cx="518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D14B4DB4-AD51-669F-995A-C2F985BA70E5}"/>
                    </a:ext>
                  </a:extLst>
                </p14:cNvPr>
                <p14:cNvContentPartPr/>
                <p14:nvPr/>
              </p14:nvContentPartPr>
              <p14:xfrm>
                <a:off x="2311210" y="5460850"/>
                <a:ext cx="66960" cy="28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D14B4DB4-AD51-669F-995A-C2F985BA70E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305090" y="5454730"/>
                  <a:ext cx="7920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2D6A627A-E91C-DEA9-75AD-10A2159FCDE0}"/>
                    </a:ext>
                  </a:extLst>
                </p14:cNvPr>
                <p14:cNvContentPartPr/>
                <p14:nvPr/>
              </p14:nvContentPartPr>
              <p14:xfrm>
                <a:off x="2342890" y="5553010"/>
                <a:ext cx="30240" cy="295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2D6A627A-E91C-DEA9-75AD-10A2159FCDE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336770" y="5546890"/>
                  <a:ext cx="4248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10DF6DD8-060B-C563-C389-F2F0BE29C598}"/>
              </a:ext>
            </a:extLst>
          </p:cNvPr>
          <p:cNvGrpSpPr/>
          <p:nvPr/>
        </p:nvGrpSpPr>
        <p:grpSpPr>
          <a:xfrm>
            <a:off x="2793610" y="6107050"/>
            <a:ext cx="1163160" cy="325080"/>
            <a:chOff x="2793610" y="6107050"/>
            <a:chExt cx="1163160" cy="32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2B8E3727-96A0-6EB6-60FC-E655F17C4853}"/>
                    </a:ext>
                  </a:extLst>
                </p14:cNvPr>
                <p14:cNvContentPartPr/>
                <p14:nvPr/>
              </p14:nvContentPartPr>
              <p14:xfrm>
                <a:off x="2793610" y="6107050"/>
                <a:ext cx="159120" cy="3250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2B8E3727-96A0-6EB6-60FC-E655F17C485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87490" y="6100930"/>
                  <a:ext cx="17136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D37D57E-2C2F-9182-0F4E-47105D0AE3E0}"/>
                    </a:ext>
                  </a:extLst>
                </p14:cNvPr>
                <p14:cNvContentPartPr/>
                <p14:nvPr/>
              </p14:nvContentPartPr>
              <p14:xfrm>
                <a:off x="3009250" y="6171130"/>
                <a:ext cx="165960" cy="2559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D37D57E-2C2F-9182-0F4E-47105D0AE3E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003130" y="6165010"/>
                  <a:ext cx="1782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5053E99-6E3A-4613-718F-B4EECFEADDF8}"/>
                    </a:ext>
                  </a:extLst>
                </p14:cNvPr>
                <p14:cNvContentPartPr/>
                <p14:nvPr/>
              </p14:nvContentPartPr>
              <p14:xfrm>
                <a:off x="3252970" y="6178330"/>
                <a:ext cx="168840" cy="1897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5053E99-6E3A-4613-718F-B4EECFEADDF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246850" y="6172210"/>
                  <a:ext cx="1810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25FFF5AE-3483-40A8-5DB0-890256D4BFEB}"/>
                    </a:ext>
                  </a:extLst>
                </p14:cNvPr>
                <p14:cNvContentPartPr/>
                <p14:nvPr/>
              </p14:nvContentPartPr>
              <p14:xfrm>
                <a:off x="3555730" y="6108130"/>
                <a:ext cx="59400" cy="3139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25FFF5AE-3483-40A8-5DB0-890256D4BFE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549610" y="6102010"/>
                  <a:ext cx="7164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69B45D6-98ED-94A6-493B-381BEDF150AA}"/>
                    </a:ext>
                  </a:extLst>
                </p14:cNvPr>
                <p14:cNvContentPartPr/>
                <p14:nvPr/>
              </p14:nvContentPartPr>
              <p14:xfrm>
                <a:off x="3479410" y="6254290"/>
                <a:ext cx="122760" cy="234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69B45D6-98ED-94A6-493B-381BEDF150A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473290" y="6248170"/>
                  <a:ext cx="1350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ADC35D7E-FCEB-3483-CAD6-7173849537A8}"/>
                    </a:ext>
                  </a:extLst>
                </p14:cNvPr>
                <p14:cNvContentPartPr/>
                <p14:nvPr/>
              </p14:nvContentPartPr>
              <p14:xfrm>
                <a:off x="3665530" y="6182290"/>
                <a:ext cx="99360" cy="1749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ADC35D7E-FCEB-3483-CAD6-7173849537A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659410" y="6176170"/>
                  <a:ext cx="1116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EC2A8A0-D5FF-890A-91CC-68984B10F5EE}"/>
                    </a:ext>
                  </a:extLst>
                </p14:cNvPr>
                <p14:cNvContentPartPr/>
                <p14:nvPr/>
              </p14:nvContentPartPr>
              <p14:xfrm>
                <a:off x="3846250" y="6121090"/>
                <a:ext cx="110520" cy="2732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EC2A8A0-D5FF-890A-91CC-68984B10F5E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840130" y="6114970"/>
                  <a:ext cx="122760" cy="28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7FD949E1-5954-0ADB-F874-15832A83AD1A}"/>
              </a:ext>
            </a:extLst>
          </p:cNvPr>
          <p:cNvGrpSpPr/>
          <p:nvPr/>
        </p:nvGrpSpPr>
        <p:grpSpPr>
          <a:xfrm>
            <a:off x="5015890" y="6127570"/>
            <a:ext cx="2104200" cy="397800"/>
            <a:chOff x="5015890" y="6127570"/>
            <a:chExt cx="2104200" cy="39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28FD49DF-FF1A-CCBF-B5B7-8B3E1F8B6E72}"/>
                    </a:ext>
                  </a:extLst>
                </p14:cNvPr>
                <p14:cNvContentPartPr/>
                <p14:nvPr/>
              </p14:nvContentPartPr>
              <p14:xfrm>
                <a:off x="5015890" y="6235570"/>
                <a:ext cx="170640" cy="2052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28FD49DF-FF1A-CCBF-B5B7-8B3E1F8B6E7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009770" y="6229450"/>
                  <a:ext cx="1828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1084C466-5EA1-817E-2BFC-373E56B4D758}"/>
                    </a:ext>
                  </a:extLst>
                </p14:cNvPr>
                <p14:cNvContentPartPr/>
                <p14:nvPr/>
              </p14:nvContentPartPr>
              <p14:xfrm>
                <a:off x="5244130" y="6253210"/>
                <a:ext cx="84240" cy="1659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1084C466-5EA1-817E-2BFC-373E56B4D75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238010" y="6247090"/>
                  <a:ext cx="964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E5232A8-9F0E-51AA-5581-EBF72E4529E9}"/>
                    </a:ext>
                  </a:extLst>
                </p14:cNvPr>
                <p14:cNvContentPartPr/>
                <p14:nvPr/>
              </p14:nvContentPartPr>
              <p14:xfrm>
                <a:off x="5423410" y="6273370"/>
                <a:ext cx="163080" cy="1533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3E5232A8-9F0E-51AA-5581-EBF72E4529E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417290" y="6267250"/>
                  <a:ext cx="1753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546ED548-A8E6-9167-3765-FB56A401B8C9}"/>
                    </a:ext>
                  </a:extLst>
                </p14:cNvPr>
                <p14:cNvContentPartPr/>
                <p14:nvPr/>
              </p14:nvContentPartPr>
              <p14:xfrm>
                <a:off x="5680450" y="6221530"/>
                <a:ext cx="91800" cy="2026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546ED548-A8E6-9167-3765-FB56A401B8C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674330" y="6215410"/>
                  <a:ext cx="1040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25B99BC9-B0AD-D677-C622-6525506B2316}"/>
                    </a:ext>
                  </a:extLst>
                </p14:cNvPr>
                <p14:cNvContentPartPr/>
                <p14:nvPr/>
              </p14:nvContentPartPr>
              <p14:xfrm>
                <a:off x="5853610" y="6442570"/>
                <a:ext cx="1440" cy="28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25B99BC9-B0AD-D677-C622-6525506B231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847490" y="6436450"/>
                  <a:ext cx="1368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A0EB355F-2D70-FA5F-5FDD-DEE85E3A8C7B}"/>
                    </a:ext>
                  </a:extLst>
                </p14:cNvPr>
                <p14:cNvContentPartPr/>
                <p14:nvPr/>
              </p14:nvContentPartPr>
              <p14:xfrm>
                <a:off x="5974930" y="6175090"/>
                <a:ext cx="84600" cy="1810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A0EB355F-2D70-FA5F-5FDD-DEE85E3A8C7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968810" y="6168970"/>
                  <a:ext cx="968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F029FC28-8E57-57C1-AF55-466363BA01FA}"/>
                    </a:ext>
                  </a:extLst>
                </p14:cNvPr>
                <p14:cNvContentPartPr/>
                <p14:nvPr/>
              </p14:nvContentPartPr>
              <p14:xfrm>
                <a:off x="5963410" y="6165730"/>
                <a:ext cx="183600" cy="3196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F029FC28-8E57-57C1-AF55-466363BA01F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957290" y="6159610"/>
                  <a:ext cx="19584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3E7705DC-FC8F-42EC-5355-C9E1B82BBFA8}"/>
                    </a:ext>
                  </a:extLst>
                </p14:cNvPr>
                <p14:cNvContentPartPr/>
                <p14:nvPr/>
              </p14:nvContentPartPr>
              <p14:xfrm>
                <a:off x="6108490" y="6232690"/>
                <a:ext cx="147960" cy="2523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3E7705DC-FC8F-42EC-5355-C9E1B82BBFA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102370" y="6226570"/>
                  <a:ext cx="1602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0D59D517-3731-4246-1ADE-256FB91AD39C}"/>
                    </a:ext>
                  </a:extLst>
                </p14:cNvPr>
                <p14:cNvContentPartPr/>
                <p14:nvPr/>
              </p14:nvContentPartPr>
              <p14:xfrm>
                <a:off x="6326290" y="6260770"/>
                <a:ext cx="181800" cy="16668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0D59D517-3731-4246-1ADE-256FB91AD39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320170" y="6254650"/>
                  <a:ext cx="1940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AF2C7FCD-5598-4F20-0308-31FB13181B94}"/>
                    </a:ext>
                  </a:extLst>
                </p14:cNvPr>
                <p14:cNvContentPartPr/>
                <p14:nvPr/>
              </p14:nvContentPartPr>
              <p14:xfrm>
                <a:off x="6672610" y="6127570"/>
                <a:ext cx="109440" cy="3513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AF2C7FCD-5598-4F20-0308-31FB13181B9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666490" y="6121450"/>
                  <a:ext cx="12168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489D01B7-8E60-D895-499C-7F67DF52295F}"/>
                    </a:ext>
                  </a:extLst>
                </p14:cNvPr>
                <p14:cNvContentPartPr/>
                <p14:nvPr/>
              </p14:nvContentPartPr>
              <p14:xfrm>
                <a:off x="6635530" y="6349690"/>
                <a:ext cx="127080" cy="190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489D01B7-8E60-D895-499C-7F67DF52295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629410" y="6343570"/>
                  <a:ext cx="1393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15D80984-F07E-70F0-3917-C365AA02463A}"/>
                    </a:ext>
                  </a:extLst>
                </p14:cNvPr>
                <p14:cNvContentPartPr/>
                <p14:nvPr/>
              </p14:nvContentPartPr>
              <p14:xfrm>
                <a:off x="6838570" y="6198490"/>
                <a:ext cx="146520" cy="30456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15D80984-F07E-70F0-3917-C365AA02463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832450" y="6192370"/>
                  <a:ext cx="15876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0E384B6-D69D-D9BA-04E6-22BEDC4339A2}"/>
                    </a:ext>
                  </a:extLst>
                </p14:cNvPr>
                <p14:cNvContentPartPr/>
                <p14:nvPr/>
              </p14:nvContentPartPr>
              <p14:xfrm>
                <a:off x="6953410" y="6216130"/>
                <a:ext cx="166680" cy="3092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0E384B6-D69D-D9BA-04E6-22BEDC4339A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947290" y="6210010"/>
                  <a:ext cx="178920" cy="32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A3F730C0-F8D7-5FE3-A1B5-E6B65046D39A}"/>
              </a:ext>
            </a:extLst>
          </p:cNvPr>
          <p:cNvGrpSpPr/>
          <p:nvPr/>
        </p:nvGrpSpPr>
        <p:grpSpPr>
          <a:xfrm>
            <a:off x="3978730" y="6127570"/>
            <a:ext cx="315360" cy="248400"/>
            <a:chOff x="3978730" y="6127570"/>
            <a:chExt cx="315360" cy="24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654FD454-2022-E987-1ABB-94C950F3FA0F}"/>
                    </a:ext>
                  </a:extLst>
                </p14:cNvPr>
                <p14:cNvContentPartPr/>
                <p14:nvPr/>
              </p14:nvContentPartPr>
              <p14:xfrm>
                <a:off x="3978730" y="6159250"/>
                <a:ext cx="141840" cy="2167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654FD454-2022-E987-1ABB-94C950F3FA0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972610" y="6153130"/>
                  <a:ext cx="1540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A32D6E34-DCE1-03FE-CAC9-F57BB99A9B62}"/>
                    </a:ext>
                  </a:extLst>
                </p14:cNvPr>
                <p14:cNvContentPartPr/>
                <p14:nvPr/>
              </p14:nvContentPartPr>
              <p14:xfrm>
                <a:off x="4196530" y="6127570"/>
                <a:ext cx="97560" cy="24048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A32D6E34-DCE1-03FE-CAC9-F57BB99A9B6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190410" y="6121450"/>
                  <a:ext cx="10980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682BC4C5-7F51-CC16-AA01-D75DD350F188}"/>
              </a:ext>
            </a:extLst>
          </p:cNvPr>
          <p:cNvGrpSpPr/>
          <p:nvPr/>
        </p:nvGrpSpPr>
        <p:grpSpPr>
          <a:xfrm>
            <a:off x="1962010" y="3987370"/>
            <a:ext cx="420480" cy="199080"/>
            <a:chOff x="1962010" y="3987370"/>
            <a:chExt cx="420480" cy="19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31349C5A-8CC5-2BCF-D800-70F7D5F15BA0}"/>
                    </a:ext>
                  </a:extLst>
                </p14:cNvPr>
                <p14:cNvContentPartPr/>
                <p14:nvPr/>
              </p14:nvContentPartPr>
              <p14:xfrm>
                <a:off x="1962010" y="4051090"/>
                <a:ext cx="16920" cy="13536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31349C5A-8CC5-2BCF-D800-70F7D5F15BA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955890" y="4044970"/>
                  <a:ext cx="291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91F48D3C-B86E-99DA-0F27-6243716F6266}"/>
                    </a:ext>
                  </a:extLst>
                </p14:cNvPr>
                <p14:cNvContentPartPr/>
                <p14:nvPr/>
              </p14:nvContentPartPr>
              <p14:xfrm>
                <a:off x="1968130" y="3987370"/>
                <a:ext cx="360" cy="3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91F48D3C-B86E-99DA-0F27-6243716F626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62010" y="398125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70640E50-CEE2-4571-98DB-B4A4E69C52B0}"/>
                    </a:ext>
                  </a:extLst>
                </p14:cNvPr>
                <p14:cNvContentPartPr/>
                <p14:nvPr/>
              </p14:nvContentPartPr>
              <p14:xfrm>
                <a:off x="2031850" y="4038130"/>
                <a:ext cx="108000" cy="12132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70640E50-CEE2-4571-98DB-B4A4E69C52B0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2025730" y="4032010"/>
                  <a:ext cx="1202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0A928E94-9CA6-A385-6779-FBAFA5F5066F}"/>
                    </a:ext>
                  </a:extLst>
                </p14:cNvPr>
                <p14:cNvContentPartPr/>
                <p14:nvPr/>
              </p14:nvContentPartPr>
              <p14:xfrm>
                <a:off x="2253970" y="4139650"/>
                <a:ext cx="1800" cy="3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0A928E94-9CA6-A385-6779-FBAFA5F5066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47850" y="4133530"/>
                  <a:ext cx="140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BD81A436-B86C-0BE9-518C-DED71C2B8358}"/>
                    </a:ext>
                  </a:extLst>
                </p14:cNvPr>
                <p14:cNvContentPartPr/>
                <p14:nvPr/>
              </p14:nvContentPartPr>
              <p14:xfrm>
                <a:off x="2317330" y="4139650"/>
                <a:ext cx="360" cy="36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BD81A436-B86C-0BE9-518C-DED71C2B835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11210" y="413353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D4B39F47-0253-B2EA-895D-B7324E79F28C}"/>
                    </a:ext>
                  </a:extLst>
                </p14:cNvPr>
                <p14:cNvContentPartPr/>
                <p14:nvPr/>
              </p14:nvContentPartPr>
              <p14:xfrm>
                <a:off x="2381050" y="4139650"/>
                <a:ext cx="1440" cy="36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D4B39F47-0253-B2EA-895D-B7324E79F28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74930" y="4133530"/>
                  <a:ext cx="1368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02310C9B-4298-28B9-4D73-E464A9FA73BE}"/>
              </a:ext>
            </a:extLst>
          </p:cNvPr>
          <p:cNvGrpSpPr/>
          <p:nvPr/>
        </p:nvGrpSpPr>
        <p:grpSpPr>
          <a:xfrm>
            <a:off x="303130" y="3382930"/>
            <a:ext cx="1405080" cy="1209600"/>
            <a:chOff x="303130" y="3382930"/>
            <a:chExt cx="1405080" cy="120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9360521-A2D5-5D6C-4113-E04BFD06DD85}"/>
                    </a:ext>
                  </a:extLst>
                </p14:cNvPr>
                <p14:cNvContentPartPr/>
                <p14:nvPr/>
              </p14:nvContentPartPr>
              <p14:xfrm>
                <a:off x="452890" y="3479410"/>
                <a:ext cx="118800" cy="2865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9360521-A2D5-5D6C-4113-E04BFD06DD8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46770" y="3473290"/>
                  <a:ext cx="1310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ABF6FD8-8030-62CF-F73F-038E5466D5F8}"/>
                    </a:ext>
                  </a:extLst>
                </p14:cNvPr>
                <p14:cNvContentPartPr/>
                <p14:nvPr/>
              </p14:nvContentPartPr>
              <p14:xfrm>
                <a:off x="444250" y="3600010"/>
                <a:ext cx="132840" cy="309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ABF6FD8-8030-62CF-F73F-038E5466D5F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38130" y="3593890"/>
                  <a:ext cx="1450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877B5F7-AFE8-F7CD-F0B3-141981B18493}"/>
                    </a:ext>
                  </a:extLst>
                </p14:cNvPr>
                <p14:cNvContentPartPr/>
                <p14:nvPr/>
              </p14:nvContentPartPr>
              <p14:xfrm>
                <a:off x="658810" y="3581290"/>
                <a:ext cx="65160" cy="1296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877B5F7-AFE8-F7CD-F0B3-141981B1849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52690" y="3575170"/>
                  <a:ext cx="774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B2165F7-0B52-A42F-76B5-BEECD6D10531}"/>
                    </a:ext>
                  </a:extLst>
                </p14:cNvPr>
                <p14:cNvContentPartPr/>
                <p14:nvPr/>
              </p14:nvContentPartPr>
              <p14:xfrm>
                <a:off x="799930" y="3593890"/>
                <a:ext cx="158040" cy="1083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B2165F7-0B52-A42F-76B5-BEECD6D1053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93810" y="3587770"/>
                  <a:ext cx="1702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0111660-C960-2B4E-857A-640DEA2B4671}"/>
                    </a:ext>
                  </a:extLst>
                </p14:cNvPr>
                <p14:cNvContentPartPr/>
                <p14:nvPr/>
              </p14:nvContentPartPr>
              <p14:xfrm>
                <a:off x="1176850" y="3593890"/>
                <a:ext cx="11520" cy="1483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0111660-C960-2B4E-857A-640DEA2B4671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70730" y="3587770"/>
                  <a:ext cx="237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B023716-E33A-0DAA-EE77-750881927920}"/>
                    </a:ext>
                  </a:extLst>
                </p14:cNvPr>
                <p14:cNvContentPartPr/>
                <p14:nvPr/>
              </p14:nvContentPartPr>
              <p14:xfrm>
                <a:off x="1193410" y="3460330"/>
                <a:ext cx="2880" cy="14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B023716-E33A-0DAA-EE77-75088192792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87290" y="3454210"/>
                  <a:ext cx="1512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02375BE-25A6-76B2-600F-4FD1E2BAE3BD}"/>
                    </a:ext>
                  </a:extLst>
                </p14:cNvPr>
                <p14:cNvContentPartPr/>
                <p14:nvPr/>
              </p14:nvContentPartPr>
              <p14:xfrm>
                <a:off x="1454050" y="3549250"/>
                <a:ext cx="15120" cy="1717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02375BE-25A6-76B2-600F-4FD1E2BAE3BD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447930" y="3543130"/>
                  <a:ext cx="273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B401BAB-6EC5-1DDF-9255-1950C5E7E9F8}"/>
                    </a:ext>
                  </a:extLst>
                </p14:cNvPr>
                <p14:cNvContentPartPr/>
                <p14:nvPr/>
              </p14:nvContentPartPr>
              <p14:xfrm>
                <a:off x="1498330" y="3382930"/>
                <a:ext cx="10440" cy="151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B401BAB-6EC5-1DDF-9255-1950C5E7E9F8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492210" y="3376810"/>
                  <a:ext cx="226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6A8CC4F-CB15-5B85-1078-EA3E544CA02E}"/>
                    </a:ext>
                  </a:extLst>
                </p14:cNvPr>
                <p14:cNvContentPartPr/>
                <p14:nvPr/>
              </p14:nvContentPartPr>
              <p14:xfrm>
                <a:off x="1542970" y="3542770"/>
                <a:ext cx="78840" cy="1623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6A8CC4F-CB15-5B85-1078-EA3E544CA02E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536850" y="3536650"/>
                  <a:ext cx="910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7D8BAD5E-8E69-55D3-F06F-A7BC54495723}"/>
                    </a:ext>
                  </a:extLst>
                </p14:cNvPr>
                <p14:cNvContentPartPr/>
                <p14:nvPr/>
              </p14:nvContentPartPr>
              <p14:xfrm>
                <a:off x="940690" y="3897010"/>
                <a:ext cx="151560" cy="30744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7D8BAD5E-8E69-55D3-F06F-A7BC54495723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34570" y="3890890"/>
                  <a:ext cx="1638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2B777646-8FBF-F2CA-DA9F-354D1DA105D9}"/>
                    </a:ext>
                  </a:extLst>
                </p14:cNvPr>
                <p14:cNvContentPartPr/>
                <p14:nvPr/>
              </p14:nvContentPartPr>
              <p14:xfrm>
                <a:off x="933130" y="4051090"/>
                <a:ext cx="167400" cy="432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2B777646-8FBF-F2CA-DA9F-354D1DA105D9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27010" y="4044970"/>
                  <a:ext cx="17964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1ACEEE4F-ADF9-2D3C-AD70-2C9D172D6BC9}"/>
                    </a:ext>
                  </a:extLst>
                </p14:cNvPr>
                <p14:cNvContentPartPr/>
                <p14:nvPr/>
              </p14:nvContentPartPr>
              <p14:xfrm>
                <a:off x="1185490" y="4033810"/>
                <a:ext cx="86760" cy="1022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1ACEEE4F-ADF9-2D3C-AD70-2C9D172D6BC9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179370" y="4027690"/>
                  <a:ext cx="990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01002726-E89E-B7D4-FF61-26CC7C7726A5}"/>
                    </a:ext>
                  </a:extLst>
                </p14:cNvPr>
                <p14:cNvContentPartPr/>
                <p14:nvPr/>
              </p14:nvContentPartPr>
              <p14:xfrm>
                <a:off x="1287370" y="4019410"/>
                <a:ext cx="160920" cy="10620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01002726-E89E-B7D4-FF61-26CC7C7726A5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281250" y="4013290"/>
                  <a:ext cx="1731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00FFED3C-9A73-0C2B-34A3-0EAA46A97405}"/>
                    </a:ext>
                  </a:extLst>
                </p14:cNvPr>
                <p14:cNvContentPartPr/>
                <p14:nvPr/>
              </p14:nvContentPartPr>
              <p14:xfrm>
                <a:off x="1619650" y="4038130"/>
                <a:ext cx="75960" cy="2206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00FFED3C-9A73-0C2B-34A3-0EAA46A97405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613530" y="4032010"/>
                  <a:ext cx="882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223C632A-4D6E-AF13-EE01-BFC5235D077C}"/>
                    </a:ext>
                  </a:extLst>
                </p14:cNvPr>
                <p14:cNvContentPartPr/>
                <p14:nvPr/>
              </p14:nvContentPartPr>
              <p14:xfrm>
                <a:off x="1707850" y="3962170"/>
                <a:ext cx="360" cy="14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223C632A-4D6E-AF13-EE01-BFC5235D077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01730" y="3956050"/>
                  <a:ext cx="126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7E2DBA7-D9CE-4D35-F5C0-AD3F735B9260}"/>
                    </a:ext>
                  </a:extLst>
                </p14:cNvPr>
                <p14:cNvContentPartPr/>
                <p14:nvPr/>
              </p14:nvContentPartPr>
              <p14:xfrm>
                <a:off x="303130" y="3414250"/>
                <a:ext cx="693000" cy="87840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7E2DBA7-D9CE-4D35-F5C0-AD3F735B926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97010" y="3408130"/>
                  <a:ext cx="705240" cy="89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93CB53A0-0E5D-8596-A71C-B79CD6B03CEF}"/>
                    </a:ext>
                  </a:extLst>
                </p14:cNvPr>
                <p14:cNvContentPartPr/>
                <p14:nvPr/>
              </p14:nvContentPartPr>
              <p14:xfrm>
                <a:off x="758170" y="4368610"/>
                <a:ext cx="111240" cy="22392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93CB53A0-0E5D-8596-A71C-B79CD6B03CE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52050" y="4362490"/>
                  <a:ext cx="123480" cy="23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BA1F62A4-5089-17B6-E4C2-CB0EE56903D4}"/>
                  </a:ext>
                </a:extLst>
              </p14:cNvPr>
              <p14:cNvContentPartPr/>
              <p14:nvPr/>
            </p14:nvContentPartPr>
            <p14:xfrm>
              <a:off x="2427850" y="5763970"/>
              <a:ext cx="99720" cy="22680"/>
            </p14:xfrm>
          </p:contentPart>
        </mc:Choice>
        <mc:Fallback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BA1F62A4-5089-17B6-E4C2-CB0EE56903D4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2421730" y="5757850"/>
                <a:ext cx="111960" cy="3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3" name="Group 282">
            <a:extLst>
              <a:ext uri="{FF2B5EF4-FFF2-40B4-BE49-F238E27FC236}">
                <a16:creationId xmlns:a16="http://schemas.microsoft.com/office/drawing/2014/main" id="{EA00B3AE-0C3D-9AEC-F660-99F5E7A02523}"/>
              </a:ext>
            </a:extLst>
          </p:cNvPr>
          <p:cNvGrpSpPr/>
          <p:nvPr/>
        </p:nvGrpSpPr>
        <p:grpSpPr>
          <a:xfrm>
            <a:off x="18730" y="4451050"/>
            <a:ext cx="2806200" cy="630720"/>
            <a:chOff x="18730" y="4451050"/>
            <a:chExt cx="2806200" cy="63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5954DEA0-91E8-55A7-A2FA-88FD38704584}"/>
                    </a:ext>
                  </a:extLst>
                </p14:cNvPr>
                <p14:cNvContentPartPr/>
                <p14:nvPr/>
              </p14:nvContentPartPr>
              <p14:xfrm>
                <a:off x="208810" y="4740850"/>
                <a:ext cx="203400" cy="3337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5954DEA0-91E8-55A7-A2FA-88FD3870458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02690" y="4734730"/>
                  <a:ext cx="21564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F53D53F7-8C6C-4763-FED1-B275C28F1AC3}"/>
                    </a:ext>
                  </a:extLst>
                </p14:cNvPr>
                <p14:cNvContentPartPr/>
                <p14:nvPr/>
              </p14:nvContentPartPr>
              <p14:xfrm>
                <a:off x="442450" y="4732570"/>
                <a:ext cx="110160" cy="3074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F53D53F7-8C6C-4763-FED1-B275C28F1AC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36330" y="4726450"/>
                  <a:ext cx="1224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634D8795-B9EF-7221-6ED2-E2A1A90A66CF}"/>
                    </a:ext>
                  </a:extLst>
                </p14:cNvPr>
                <p14:cNvContentPartPr/>
                <p14:nvPr/>
              </p14:nvContentPartPr>
              <p14:xfrm>
                <a:off x="552250" y="4744090"/>
                <a:ext cx="261000" cy="31680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634D8795-B9EF-7221-6ED2-E2A1A90A66C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46130" y="4737970"/>
                  <a:ext cx="27324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E5D5CDFB-D57D-9C15-E748-55F0DF356938}"/>
                    </a:ext>
                  </a:extLst>
                </p14:cNvPr>
                <p14:cNvContentPartPr/>
                <p14:nvPr/>
              </p14:nvContentPartPr>
              <p14:xfrm>
                <a:off x="882370" y="4603330"/>
                <a:ext cx="63000" cy="1281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E5D5CDFB-D57D-9C15-E748-55F0DF35693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76250" y="4597210"/>
                  <a:ext cx="752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30BEC308-5C67-C447-856B-353E14FBD9B3}"/>
                    </a:ext>
                  </a:extLst>
                </p14:cNvPr>
                <p14:cNvContentPartPr/>
                <p14:nvPr/>
              </p14:nvContentPartPr>
              <p14:xfrm>
                <a:off x="894970" y="4749490"/>
                <a:ext cx="69480" cy="684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30BEC308-5C67-C447-856B-353E14FBD9B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88850" y="4743370"/>
                  <a:ext cx="817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96E1509E-2333-CFB2-2605-80D339E5282A}"/>
                    </a:ext>
                  </a:extLst>
                </p14:cNvPr>
                <p14:cNvContentPartPr/>
                <p14:nvPr/>
              </p14:nvContentPartPr>
              <p14:xfrm>
                <a:off x="863290" y="4723930"/>
                <a:ext cx="69840" cy="320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96E1509E-2333-CFB2-2605-80D339E5282A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57170" y="4717810"/>
                  <a:ext cx="820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E3EAD9D4-CCF3-6CE5-0293-F7120CA48BBE}"/>
                    </a:ext>
                  </a:extLst>
                </p14:cNvPr>
                <p14:cNvContentPartPr/>
                <p14:nvPr/>
              </p14:nvContentPartPr>
              <p14:xfrm>
                <a:off x="1036810" y="4686130"/>
                <a:ext cx="69840" cy="3956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E3EAD9D4-CCF3-6CE5-0293-F7120CA48BBE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30690" y="4680010"/>
                  <a:ext cx="8208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793B3BA1-259F-76A1-E988-31C709B19F76}"/>
                    </a:ext>
                  </a:extLst>
                </p14:cNvPr>
                <p14:cNvContentPartPr/>
                <p14:nvPr/>
              </p14:nvContentPartPr>
              <p14:xfrm>
                <a:off x="1174330" y="4843810"/>
                <a:ext cx="97560" cy="237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793B3BA1-259F-76A1-E988-31C709B19F7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68210" y="4837690"/>
                  <a:ext cx="109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33035F7-3130-FF85-5430-18E840BB1EB4}"/>
                    </a:ext>
                  </a:extLst>
                </p14:cNvPr>
                <p14:cNvContentPartPr/>
                <p14:nvPr/>
              </p14:nvContentPartPr>
              <p14:xfrm>
                <a:off x="1323370" y="4736530"/>
                <a:ext cx="117000" cy="20556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33035F7-3130-FF85-5430-18E840BB1EB4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317250" y="4730410"/>
                  <a:ext cx="1292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CF5D1FE1-7B5B-7184-22C9-ACDCA5365546}"/>
                    </a:ext>
                  </a:extLst>
                </p14:cNvPr>
                <p14:cNvContentPartPr/>
                <p14:nvPr/>
              </p14:nvContentPartPr>
              <p14:xfrm>
                <a:off x="1384210" y="4858210"/>
                <a:ext cx="75240" cy="385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CF5D1FE1-7B5B-7184-22C9-ACDCA536554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378090" y="4852090"/>
                  <a:ext cx="874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CD3E4337-63D3-20E9-F01A-4F5D26E86BF1}"/>
                    </a:ext>
                  </a:extLst>
                </p14:cNvPr>
                <p14:cNvContentPartPr/>
                <p14:nvPr/>
              </p14:nvContentPartPr>
              <p14:xfrm>
                <a:off x="1504810" y="4644370"/>
                <a:ext cx="101160" cy="31932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CD3E4337-63D3-20E9-F01A-4F5D26E86BF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498690" y="4638250"/>
                  <a:ext cx="1134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BEEFA21A-8CDD-E500-AAED-C975B4664852}"/>
                    </a:ext>
                  </a:extLst>
                </p14:cNvPr>
                <p14:cNvContentPartPr/>
                <p14:nvPr/>
              </p14:nvContentPartPr>
              <p14:xfrm>
                <a:off x="1606690" y="4773610"/>
                <a:ext cx="119520" cy="16704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BEEFA21A-8CDD-E500-AAED-C975B466485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600570" y="4767490"/>
                  <a:ext cx="1317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3FD3BC42-6D7F-938E-4789-3BBC534D4952}"/>
                    </a:ext>
                  </a:extLst>
                </p14:cNvPr>
                <p14:cNvContentPartPr/>
                <p14:nvPr/>
              </p14:nvContentPartPr>
              <p14:xfrm>
                <a:off x="1734130" y="4738690"/>
                <a:ext cx="145080" cy="32076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3FD3BC42-6D7F-938E-4789-3BBC534D4952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728010" y="4732570"/>
                  <a:ext cx="15732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59EFB3F3-D0A0-5ECC-10C1-5BED47807623}"/>
                    </a:ext>
                  </a:extLst>
                </p14:cNvPr>
                <p14:cNvContentPartPr/>
                <p14:nvPr/>
              </p14:nvContentPartPr>
              <p14:xfrm>
                <a:off x="1855090" y="4838410"/>
                <a:ext cx="56520" cy="2106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59EFB3F3-D0A0-5ECC-10C1-5BED47807623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848970" y="4832290"/>
                  <a:ext cx="687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FF155F17-B2E7-0950-824D-D809D4EFFA9B}"/>
                    </a:ext>
                  </a:extLst>
                </p14:cNvPr>
                <p14:cNvContentPartPr/>
                <p14:nvPr/>
              </p14:nvContentPartPr>
              <p14:xfrm>
                <a:off x="1936450" y="4787650"/>
                <a:ext cx="63720" cy="1051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FF155F17-B2E7-0950-824D-D809D4EFFA9B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930330" y="4781530"/>
                  <a:ext cx="759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BA280031-2DBB-4F10-7908-2C6DFA30B041}"/>
                    </a:ext>
                  </a:extLst>
                </p14:cNvPr>
                <p14:cNvContentPartPr/>
                <p14:nvPr/>
              </p14:nvContentPartPr>
              <p14:xfrm>
                <a:off x="2101690" y="4952530"/>
                <a:ext cx="360" cy="36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BA280031-2DBB-4F10-7908-2C6DFA30B04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95570" y="494641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13133C6E-B4DE-3114-1421-3847B2DE37AD}"/>
                    </a:ext>
                  </a:extLst>
                </p14:cNvPr>
                <p14:cNvContentPartPr/>
                <p14:nvPr/>
              </p14:nvContentPartPr>
              <p14:xfrm>
                <a:off x="18730" y="4451050"/>
                <a:ext cx="2806200" cy="17892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13133C6E-B4DE-3114-1421-3847B2DE37AD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2610" y="4444930"/>
                  <a:ext cx="281844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C52E9E79-3614-D2CB-4026-430D23511282}"/>
              </a:ext>
            </a:extLst>
          </p:cNvPr>
          <p:cNvGrpSpPr/>
          <p:nvPr/>
        </p:nvGrpSpPr>
        <p:grpSpPr>
          <a:xfrm>
            <a:off x="2919970" y="1176130"/>
            <a:ext cx="2129040" cy="321120"/>
            <a:chOff x="2919970" y="1176130"/>
            <a:chExt cx="2129040" cy="32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5BC08F62-6EDD-AE74-87DD-1F6A5A966978}"/>
                    </a:ext>
                  </a:extLst>
                </p14:cNvPr>
                <p14:cNvContentPartPr/>
                <p14:nvPr/>
              </p14:nvContentPartPr>
              <p14:xfrm>
                <a:off x="2919970" y="1242730"/>
                <a:ext cx="225000" cy="15372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5BC08F62-6EDD-AE74-87DD-1F6A5A966978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913850" y="1236610"/>
                  <a:ext cx="2372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60434542-45B4-8917-3A7D-66B3AC0C6262}"/>
                    </a:ext>
                  </a:extLst>
                </p14:cNvPr>
                <p14:cNvContentPartPr/>
                <p14:nvPr/>
              </p14:nvContentPartPr>
              <p14:xfrm>
                <a:off x="3160810" y="1262890"/>
                <a:ext cx="116280" cy="17460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60434542-45B4-8917-3A7D-66B3AC0C6262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3154690" y="1256770"/>
                  <a:ext cx="1285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6A968E74-77E8-3BDE-43C8-BEE9F436E3E6}"/>
                    </a:ext>
                  </a:extLst>
                </p14:cNvPr>
                <p14:cNvContentPartPr/>
                <p14:nvPr/>
              </p14:nvContentPartPr>
              <p14:xfrm>
                <a:off x="3325690" y="1248850"/>
                <a:ext cx="123840" cy="15948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6A968E74-77E8-3BDE-43C8-BEE9F436E3E6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3319570" y="1242730"/>
                  <a:ext cx="1360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0C536BF2-2817-3507-FFDF-EF4FD200E144}"/>
                    </a:ext>
                  </a:extLst>
                </p14:cNvPr>
                <p14:cNvContentPartPr/>
                <p14:nvPr/>
              </p14:nvContentPartPr>
              <p14:xfrm>
                <a:off x="3562210" y="1227250"/>
                <a:ext cx="178560" cy="23328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0C536BF2-2817-3507-FFDF-EF4FD200E144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3556090" y="1221130"/>
                  <a:ext cx="1908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DF4BB228-1C16-0772-3720-24EDE74A48D5}"/>
                    </a:ext>
                  </a:extLst>
                </p14:cNvPr>
                <p14:cNvContentPartPr/>
                <p14:nvPr/>
              </p14:nvContentPartPr>
              <p14:xfrm>
                <a:off x="3823210" y="1244170"/>
                <a:ext cx="6120" cy="25308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DF4BB228-1C16-0772-3720-24EDE74A48D5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3817090" y="1238050"/>
                  <a:ext cx="183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5B8B6626-42AF-0E5D-E84D-52E545AFFFCE}"/>
                    </a:ext>
                  </a:extLst>
                </p14:cNvPr>
                <p14:cNvContentPartPr/>
                <p14:nvPr/>
              </p14:nvContentPartPr>
              <p14:xfrm>
                <a:off x="3772450" y="1235170"/>
                <a:ext cx="119880" cy="2844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5B8B6626-42AF-0E5D-E84D-52E545AFFFCE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766330" y="1229050"/>
                  <a:ext cx="1321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5F2384BA-5FAE-EBA4-BB49-DD1285249EFD}"/>
                    </a:ext>
                  </a:extLst>
                </p14:cNvPr>
                <p14:cNvContentPartPr/>
                <p14:nvPr/>
              </p14:nvContentPartPr>
              <p14:xfrm>
                <a:off x="3848050" y="1243810"/>
                <a:ext cx="110520" cy="15840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5F2384BA-5FAE-EBA4-BB49-DD1285249EFD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3841930" y="1237690"/>
                  <a:ext cx="1227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75EED38F-B175-DDCB-17C0-7AE50504D54B}"/>
                    </a:ext>
                  </a:extLst>
                </p14:cNvPr>
                <p14:cNvContentPartPr/>
                <p14:nvPr/>
              </p14:nvContentPartPr>
              <p14:xfrm>
                <a:off x="4051090" y="1244170"/>
                <a:ext cx="6840" cy="1843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75EED38F-B175-DDCB-17C0-7AE50504D54B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4044970" y="1238050"/>
                  <a:ext cx="190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8ADBEF2C-D097-6DAA-D83B-0E3F29D9BAA1}"/>
                    </a:ext>
                  </a:extLst>
                </p14:cNvPr>
                <p14:cNvContentPartPr/>
                <p14:nvPr/>
              </p14:nvContentPartPr>
              <p14:xfrm>
                <a:off x="4006450" y="1212490"/>
                <a:ext cx="107640" cy="1548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8ADBEF2C-D097-6DAA-D83B-0E3F29D9BAA1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4000330" y="1206370"/>
                  <a:ext cx="1198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CACB743E-9C69-F042-A779-429013E86E94}"/>
                    </a:ext>
                  </a:extLst>
                </p14:cNvPr>
                <p14:cNvContentPartPr/>
                <p14:nvPr/>
              </p14:nvContentPartPr>
              <p14:xfrm>
                <a:off x="4146130" y="1246690"/>
                <a:ext cx="115560" cy="16560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CACB743E-9C69-F042-A779-429013E86E94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4140010" y="1240570"/>
                  <a:ext cx="1278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11147C3B-3D9E-52B7-B7D4-AA9E7DBE429B}"/>
                    </a:ext>
                  </a:extLst>
                </p14:cNvPr>
                <p14:cNvContentPartPr/>
                <p14:nvPr/>
              </p14:nvContentPartPr>
              <p14:xfrm>
                <a:off x="4311730" y="1225090"/>
                <a:ext cx="25200" cy="18396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11147C3B-3D9E-52B7-B7D4-AA9E7DBE429B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4305610" y="1218970"/>
                  <a:ext cx="374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C3A1E229-A29D-5818-F3FA-7681507F58F2}"/>
                    </a:ext>
                  </a:extLst>
                </p14:cNvPr>
                <p14:cNvContentPartPr/>
                <p14:nvPr/>
              </p14:nvContentPartPr>
              <p14:xfrm>
                <a:off x="4305250" y="1186930"/>
                <a:ext cx="88560" cy="1980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C3A1E229-A29D-5818-F3FA-7681507F58F2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4299130" y="1180810"/>
                  <a:ext cx="1008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5B5CD4F7-F71E-3464-1C84-9914BA533645}"/>
                    </a:ext>
                  </a:extLst>
                </p14:cNvPr>
                <p14:cNvContentPartPr/>
                <p14:nvPr/>
              </p14:nvContentPartPr>
              <p14:xfrm>
                <a:off x="4425130" y="1176130"/>
                <a:ext cx="146520" cy="20088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5B5CD4F7-F71E-3464-1C84-9914BA533645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4419010" y="1170010"/>
                  <a:ext cx="1587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DB716EC3-58C9-BF51-1CA6-205B6FA9E3BB}"/>
                    </a:ext>
                  </a:extLst>
                </p14:cNvPr>
                <p14:cNvContentPartPr/>
                <p14:nvPr/>
              </p14:nvContentPartPr>
              <p14:xfrm>
                <a:off x="4662010" y="1216810"/>
                <a:ext cx="123840" cy="17928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DB716EC3-58C9-BF51-1CA6-205B6FA9E3BB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4655890" y="1210690"/>
                  <a:ext cx="1360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1AF97197-F26C-08C7-A512-7A67D70D0B1B}"/>
                    </a:ext>
                  </a:extLst>
                </p14:cNvPr>
                <p14:cNvContentPartPr/>
                <p14:nvPr/>
              </p14:nvContentPartPr>
              <p14:xfrm>
                <a:off x="4705210" y="1371250"/>
                <a:ext cx="87840" cy="8388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1AF97197-F26C-08C7-A512-7A67D70D0B1B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4699090" y="1365130"/>
                  <a:ext cx="1000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FC5193D7-3DE2-C10C-FAC2-1340691B67DF}"/>
                    </a:ext>
                  </a:extLst>
                </p14:cNvPr>
                <p14:cNvContentPartPr/>
                <p14:nvPr/>
              </p14:nvContentPartPr>
              <p14:xfrm>
                <a:off x="4850650" y="1230130"/>
                <a:ext cx="198360" cy="26280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FC5193D7-3DE2-C10C-FAC2-1340691B67DF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4844530" y="1224010"/>
                  <a:ext cx="210600" cy="2750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Шаги 5–6. Оптимизация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Уточнить, подходит ли наивное решение</a:t>
            </a:r>
          </a:p>
          <a:p>
            <a:r>
              <a:t>Подумать, что можно улучшить</a:t>
            </a:r>
          </a:p>
          <a:p>
            <a:r>
              <a:t>Проговаривать все идеи вслух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Шаг 7–8. Код и проверка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Писать</a:t>
            </a:r>
            <a:r>
              <a:rPr dirty="0"/>
              <a:t> </a:t>
            </a:r>
            <a:r>
              <a:rPr dirty="0" err="1"/>
              <a:t>код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одобрения</a:t>
            </a:r>
            <a:r>
              <a:rPr dirty="0"/>
              <a:t> </a:t>
            </a:r>
            <a:r>
              <a:rPr dirty="0" err="1"/>
              <a:t>решения</a:t>
            </a:r>
            <a:endParaRPr dirty="0"/>
          </a:p>
          <a:p>
            <a:r>
              <a:rPr dirty="0" err="1"/>
              <a:t>Снова</a:t>
            </a:r>
            <a:r>
              <a:rPr dirty="0"/>
              <a:t> </a:t>
            </a:r>
            <a:r>
              <a:rPr dirty="0" err="1"/>
              <a:t>оценить</a:t>
            </a:r>
            <a:r>
              <a:rPr dirty="0"/>
              <a:t> </a:t>
            </a:r>
            <a:r>
              <a:rPr dirty="0" err="1"/>
              <a:t>сложность</a:t>
            </a:r>
            <a:endParaRPr dirty="0"/>
          </a:p>
          <a:p>
            <a:r>
              <a:rPr dirty="0" err="1"/>
              <a:t>Прогнать</a:t>
            </a:r>
            <a:r>
              <a:rPr dirty="0"/>
              <a:t> </a:t>
            </a:r>
            <a:r>
              <a:rPr dirty="0" err="1"/>
              <a:t>тест-кейсы</a:t>
            </a:r>
            <a:r>
              <a:rPr dirty="0"/>
              <a:t> </a:t>
            </a:r>
            <a:r>
              <a:rPr lang="ru-RU" dirty="0"/>
              <a:t>по коду </a:t>
            </a:r>
            <a:r>
              <a:rPr dirty="0"/>
              <a:t>в </a:t>
            </a:r>
            <a:r>
              <a:rPr dirty="0" err="1"/>
              <a:t>голове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знать</a:t>
            </a:r>
            <a:r>
              <a:rPr dirty="0"/>
              <a:t> </a:t>
            </a:r>
            <a:r>
              <a:rPr dirty="0" err="1"/>
              <a:t>сложности</a:t>
            </a:r>
            <a:r>
              <a:rPr dirty="0"/>
              <a:t> в </a:t>
            </a:r>
            <a:r>
              <a:rPr lang="ru-RU" dirty="0"/>
              <a:t>языке программирования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Методы</a:t>
            </a:r>
            <a:r>
              <a:rPr dirty="0"/>
              <a:t> и </a:t>
            </a:r>
            <a:r>
              <a:rPr dirty="0" err="1"/>
              <a:t>структуры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имеют</a:t>
            </a:r>
            <a:r>
              <a:rPr dirty="0"/>
              <a:t> </a:t>
            </a:r>
            <a:r>
              <a:rPr dirty="0" err="1"/>
              <a:t>разную</a:t>
            </a:r>
            <a:r>
              <a:rPr dirty="0"/>
              <a:t> </a:t>
            </a:r>
            <a:r>
              <a:rPr dirty="0" err="1"/>
              <a:t>сложность</a:t>
            </a:r>
            <a:endParaRPr dirty="0"/>
          </a:p>
          <a:p>
            <a:r>
              <a:rPr dirty="0" err="1"/>
              <a:t>Ошибки</a:t>
            </a:r>
            <a:r>
              <a:rPr dirty="0"/>
              <a:t> в </a:t>
            </a:r>
            <a:r>
              <a:rPr dirty="0" err="1"/>
              <a:t>оценке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стоить</a:t>
            </a:r>
            <a:r>
              <a:rPr dirty="0"/>
              <a:t> </a:t>
            </a:r>
            <a:r>
              <a:rPr dirty="0" err="1"/>
              <a:t>оффера</a:t>
            </a:r>
            <a:endParaRPr dirty="0"/>
          </a:p>
          <a:p>
            <a:r>
              <a:rPr dirty="0"/>
              <a:t>sorted vs </a:t>
            </a:r>
            <a:r>
              <a:rPr dirty="0" err="1"/>
              <a:t>list.sort</a:t>
            </a:r>
            <a:r>
              <a:rPr dirty="0"/>
              <a:t> — </a:t>
            </a:r>
            <a:r>
              <a:rPr dirty="0" err="1"/>
              <a:t>классический</a:t>
            </a:r>
            <a:r>
              <a:rPr dirty="0"/>
              <a:t> </a:t>
            </a:r>
            <a:r>
              <a:rPr dirty="0" err="1"/>
              <a:t>пример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sorted() vs list.sort()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sorted(): O(n log n), </a:t>
            </a:r>
            <a:r>
              <a:rPr dirty="0" err="1"/>
              <a:t>создаёт</a:t>
            </a:r>
            <a:r>
              <a:rPr dirty="0"/>
              <a:t> </a:t>
            </a:r>
            <a:r>
              <a:rPr dirty="0" err="1"/>
              <a:t>новый</a:t>
            </a:r>
            <a:r>
              <a:rPr dirty="0"/>
              <a:t> </a:t>
            </a:r>
            <a:r>
              <a:rPr dirty="0" err="1"/>
              <a:t>список</a:t>
            </a:r>
            <a:endParaRPr dirty="0"/>
          </a:p>
          <a:p>
            <a:r>
              <a:rPr dirty="0" err="1"/>
              <a:t>list.sort</a:t>
            </a:r>
            <a:r>
              <a:rPr dirty="0"/>
              <a:t>(): O(n log n), </a:t>
            </a:r>
            <a:r>
              <a:rPr dirty="0" err="1"/>
              <a:t>сортировка</a:t>
            </a:r>
            <a:r>
              <a:rPr dirty="0"/>
              <a:t> in-place</a:t>
            </a:r>
          </a:p>
          <a:p>
            <a:r>
              <a:rPr dirty="0" err="1"/>
              <a:t>Незнание</a:t>
            </a:r>
            <a:r>
              <a:rPr dirty="0"/>
              <a:t> → </a:t>
            </a:r>
            <a:r>
              <a:rPr dirty="0" err="1"/>
              <a:t>ошибка</a:t>
            </a:r>
            <a:r>
              <a:rPr dirty="0"/>
              <a:t> в </a:t>
            </a:r>
            <a:r>
              <a:rPr dirty="0" err="1"/>
              <a:t>оценке</a:t>
            </a:r>
            <a:r>
              <a:rPr dirty="0"/>
              <a:t> </a:t>
            </a:r>
            <a:r>
              <a:rPr dirty="0" err="1"/>
              <a:t>памяти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Практика на занятии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dirty="0">
                <a:hlinkClick r:id="rId2"/>
              </a:rPr>
              <a:t>Contains Duplicate </a:t>
            </a:r>
            <a:r>
              <a:rPr dirty="0"/>
              <a:t>— </a:t>
            </a:r>
            <a:r>
              <a:rPr dirty="0" err="1"/>
              <a:t>демонстрация</a:t>
            </a:r>
            <a:endParaRPr dirty="0"/>
          </a:p>
          <a:p>
            <a:r>
              <a:rPr dirty="0"/>
              <a:t>2. </a:t>
            </a:r>
            <a:r>
              <a:rPr dirty="0">
                <a:hlinkClick r:id="rId3"/>
              </a:rPr>
              <a:t>Running Sum </a:t>
            </a:r>
            <a:r>
              <a:rPr dirty="0"/>
              <a:t>— </a:t>
            </a:r>
            <a:r>
              <a:rPr dirty="0" err="1"/>
              <a:t>совместно</a:t>
            </a:r>
            <a:endParaRPr dirty="0"/>
          </a:p>
          <a:p>
            <a:r>
              <a:rPr dirty="0"/>
              <a:t>3. </a:t>
            </a:r>
            <a:r>
              <a:rPr dirty="0">
                <a:hlinkClick r:id="rId4"/>
              </a:rPr>
              <a:t>Concatenation of Array </a:t>
            </a:r>
            <a:r>
              <a:rPr dirty="0"/>
              <a:t>— </a:t>
            </a:r>
            <a:r>
              <a:rPr lang="ru-RU" dirty="0"/>
              <a:t>на решение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Домашнее задание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Осознать алгоритм решения задач на алгоритмических секциях</a:t>
            </a:r>
            <a:endParaRPr dirty="0"/>
          </a:p>
          <a:p>
            <a:r>
              <a:rPr lang="ru-RU" dirty="0"/>
              <a:t>Текстом описать решения. Постараться сделать так, чтобы понял даже ребенок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https://replit.com/@ke1ry/Python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326</Words>
  <Application>Microsoft Office PowerPoint</Application>
  <PresentationFormat>On-screen Show (4:3)</PresentationFormat>
  <Paragraphs>61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Алгоритмы и структуры данных Занятие 2</vt:lpstr>
      <vt:lpstr>Цели занятия</vt:lpstr>
      <vt:lpstr>Как проходят алгоритмические собеседования</vt:lpstr>
      <vt:lpstr>Алгоритм решения задач (чек-лист)</vt:lpstr>
      <vt:lpstr>Шаг 1. Понимание условия</vt:lpstr>
      <vt:lpstr>Шаг 2. Тест-кейсы без кода</vt:lpstr>
      <vt:lpstr>Шаг 3. Наивное решение</vt:lpstr>
      <vt:lpstr>Шаг 4. Оценка сложности</vt:lpstr>
      <vt:lpstr>Шаги 5–6. Оптимизация</vt:lpstr>
      <vt:lpstr>Шаг 7–8. Код и проверка</vt:lpstr>
      <vt:lpstr>Почему важно знать сложности в языке программирования</vt:lpstr>
      <vt:lpstr>sorted() vs list.sort()</vt:lpstr>
      <vt:lpstr>Практика на занятии</vt:lpstr>
      <vt:lpstr>Домашнее задание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Денис Серажетдинов</cp:lastModifiedBy>
  <cp:revision>8</cp:revision>
  <dcterms:created xsi:type="dcterms:W3CDTF">2013-01-27T09:14:16Z</dcterms:created>
  <dcterms:modified xsi:type="dcterms:W3CDTF">2026-02-17T17:10:53Z</dcterms:modified>
  <cp:category/>
</cp:coreProperties>
</file>