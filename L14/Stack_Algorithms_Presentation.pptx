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209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Стек (</a:t>
            </a:r>
            <a:r>
              <a:rPr lang="en-US" dirty="0"/>
              <a:t>Stack)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Алгоритмы и структуры данных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Стек (Stack) и типовые 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Цель</a:t>
            </a:r>
            <a:r>
              <a:rPr dirty="0"/>
              <a:t> </a:t>
            </a:r>
            <a:r>
              <a:rPr dirty="0" err="1"/>
              <a:t>занятия</a:t>
            </a:r>
            <a:r>
              <a:rPr dirty="0"/>
              <a:t>: </a:t>
            </a:r>
            <a:r>
              <a:rPr dirty="0" err="1"/>
              <a:t>систематизация</a:t>
            </a:r>
            <a:r>
              <a:rPr dirty="0"/>
              <a:t> </a:t>
            </a:r>
            <a:r>
              <a:rPr dirty="0" err="1"/>
              <a:t>применения</a:t>
            </a:r>
            <a:r>
              <a:rPr dirty="0"/>
              <a:t> </a:t>
            </a:r>
            <a:r>
              <a:rPr dirty="0" err="1"/>
              <a:t>стека</a:t>
            </a:r>
            <a:r>
              <a:rPr dirty="0"/>
              <a:t> в </a:t>
            </a:r>
            <a:r>
              <a:rPr dirty="0" err="1"/>
              <a:t>алгоритмических</a:t>
            </a:r>
            <a:r>
              <a:rPr dirty="0"/>
              <a:t> </a:t>
            </a:r>
            <a:r>
              <a:rPr dirty="0" err="1"/>
              <a:t>задачах</a:t>
            </a:r>
            <a:endParaRPr dirty="0"/>
          </a:p>
          <a:p>
            <a:r>
              <a:rPr dirty="0" err="1"/>
              <a:t>Фокус</a:t>
            </a:r>
            <a:r>
              <a:rPr dirty="0"/>
              <a:t>: </a:t>
            </a:r>
            <a:r>
              <a:rPr dirty="0" err="1"/>
              <a:t>паттерны</a:t>
            </a:r>
            <a:r>
              <a:rPr dirty="0"/>
              <a:t>, </a:t>
            </a:r>
            <a:r>
              <a:rPr dirty="0" err="1"/>
              <a:t>распознавание</a:t>
            </a:r>
            <a:r>
              <a:rPr dirty="0"/>
              <a:t> </a:t>
            </a:r>
            <a:r>
              <a:rPr dirty="0" err="1"/>
              <a:t>задач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стек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Структура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с </a:t>
            </a:r>
            <a:r>
              <a:rPr dirty="0" err="1"/>
              <a:t>принципом</a:t>
            </a:r>
            <a:r>
              <a:rPr dirty="0"/>
              <a:t> LIFO (Last In, First Out)</a:t>
            </a:r>
          </a:p>
          <a:p>
            <a:r>
              <a:rPr dirty="0" err="1"/>
              <a:t>Последний</a:t>
            </a:r>
            <a:r>
              <a:rPr dirty="0"/>
              <a:t> </a:t>
            </a:r>
            <a:r>
              <a:rPr dirty="0" err="1"/>
              <a:t>добавленный</a:t>
            </a:r>
            <a:r>
              <a:rPr dirty="0"/>
              <a:t> </a:t>
            </a:r>
            <a:r>
              <a:rPr dirty="0" err="1"/>
              <a:t>элемент</a:t>
            </a:r>
            <a:r>
              <a:rPr dirty="0"/>
              <a:t> </a:t>
            </a:r>
            <a:r>
              <a:rPr dirty="0" err="1"/>
              <a:t>извлекается</a:t>
            </a:r>
            <a:r>
              <a:rPr dirty="0"/>
              <a:t> </a:t>
            </a:r>
            <a:r>
              <a:rPr dirty="0" err="1"/>
              <a:t>первым</a:t>
            </a:r>
            <a:endParaRPr dirty="0"/>
          </a:p>
          <a:p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операции</a:t>
            </a:r>
            <a:r>
              <a:rPr dirty="0"/>
              <a:t> </a:t>
            </a:r>
            <a:r>
              <a:rPr dirty="0" err="1"/>
              <a:t>выполняются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O(1)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Базовые операции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push(x) — </a:t>
            </a:r>
            <a:r>
              <a:rPr dirty="0" err="1"/>
              <a:t>добавить</a:t>
            </a:r>
            <a:r>
              <a:rPr dirty="0"/>
              <a:t> </a:t>
            </a:r>
            <a:r>
              <a:rPr dirty="0" err="1"/>
              <a:t>элемент</a:t>
            </a:r>
            <a:endParaRPr dirty="0"/>
          </a:p>
          <a:p>
            <a:r>
              <a:rPr dirty="0"/>
              <a:t>pop() — </a:t>
            </a:r>
            <a:r>
              <a:rPr dirty="0" err="1"/>
              <a:t>удалить</a:t>
            </a:r>
            <a:r>
              <a:rPr dirty="0"/>
              <a:t> </a:t>
            </a:r>
            <a:r>
              <a:rPr dirty="0" err="1"/>
              <a:t>верхний</a:t>
            </a:r>
            <a:r>
              <a:rPr dirty="0"/>
              <a:t> </a:t>
            </a:r>
            <a:r>
              <a:rPr dirty="0" err="1"/>
              <a:t>элемент</a:t>
            </a:r>
            <a:endParaRPr dirty="0"/>
          </a:p>
          <a:p>
            <a:r>
              <a:rPr dirty="0"/>
              <a:t>top()/peek() — </a:t>
            </a:r>
            <a:r>
              <a:rPr dirty="0" err="1"/>
              <a:t>посмотреть</a:t>
            </a:r>
            <a:r>
              <a:rPr dirty="0"/>
              <a:t> </a:t>
            </a:r>
            <a:r>
              <a:rPr dirty="0" err="1"/>
              <a:t>верхний</a:t>
            </a:r>
            <a:r>
              <a:rPr dirty="0"/>
              <a:t> </a:t>
            </a:r>
            <a:r>
              <a:rPr dirty="0" err="1"/>
              <a:t>элемент</a:t>
            </a:r>
            <a:endParaRPr dirty="0"/>
          </a:p>
          <a:p>
            <a:r>
              <a:rPr dirty="0"/>
              <a:t>empty() —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пустоту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Реализация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основе</a:t>
            </a:r>
            <a:r>
              <a:rPr dirty="0"/>
              <a:t> </a:t>
            </a:r>
            <a:r>
              <a:rPr dirty="0" err="1"/>
              <a:t>динамического</a:t>
            </a:r>
            <a:r>
              <a:rPr dirty="0"/>
              <a:t> </a:t>
            </a:r>
            <a:r>
              <a:rPr dirty="0" err="1"/>
              <a:t>массива</a:t>
            </a:r>
            <a:endParaRPr dirty="0"/>
          </a:p>
          <a:p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основе</a:t>
            </a:r>
            <a:r>
              <a:rPr dirty="0"/>
              <a:t> </a:t>
            </a:r>
            <a:r>
              <a:rPr dirty="0" err="1"/>
              <a:t>связного</a:t>
            </a:r>
            <a:r>
              <a:rPr dirty="0"/>
              <a:t> </a:t>
            </a:r>
            <a:r>
              <a:rPr dirty="0" err="1"/>
              <a:t>списка</a:t>
            </a:r>
            <a:endParaRPr dirty="0"/>
          </a:p>
          <a:p>
            <a:r>
              <a:rPr dirty="0"/>
              <a:t>Call stack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рекурсии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Когда стоит подумать о стеке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вложенность</a:t>
            </a:r>
            <a:r>
              <a:rPr dirty="0"/>
              <a:t> (</a:t>
            </a:r>
            <a:r>
              <a:rPr dirty="0" err="1"/>
              <a:t>скобки</a:t>
            </a:r>
            <a:r>
              <a:rPr dirty="0"/>
              <a:t>, </a:t>
            </a:r>
            <a:r>
              <a:rPr dirty="0" err="1"/>
              <a:t>теги</a:t>
            </a:r>
            <a:r>
              <a:rPr dirty="0"/>
              <a:t>)</a:t>
            </a:r>
          </a:p>
          <a:p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вернуться</a:t>
            </a:r>
            <a:r>
              <a:rPr dirty="0"/>
              <a:t> к </a:t>
            </a:r>
            <a:r>
              <a:rPr dirty="0" err="1"/>
              <a:t>последнему</a:t>
            </a:r>
            <a:r>
              <a:rPr dirty="0"/>
              <a:t> </a:t>
            </a:r>
            <a:r>
              <a:rPr dirty="0" err="1"/>
              <a:t>незавершенному</a:t>
            </a:r>
            <a:r>
              <a:rPr dirty="0"/>
              <a:t> </a:t>
            </a:r>
            <a:r>
              <a:rPr dirty="0" err="1"/>
              <a:t>состоянию</a:t>
            </a:r>
            <a:endParaRPr dirty="0"/>
          </a:p>
          <a:p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ближайший</a:t>
            </a:r>
            <a:r>
              <a:rPr dirty="0"/>
              <a:t> </a:t>
            </a:r>
            <a:r>
              <a:rPr dirty="0" err="1"/>
              <a:t>предыдущий</a:t>
            </a:r>
            <a:r>
              <a:rPr dirty="0"/>
              <a:t>/</a:t>
            </a:r>
            <a:r>
              <a:rPr dirty="0" err="1"/>
              <a:t>следующий</a:t>
            </a:r>
            <a:r>
              <a:rPr dirty="0"/>
              <a:t> </a:t>
            </a:r>
            <a:r>
              <a:rPr dirty="0" err="1"/>
              <a:t>элемент</a:t>
            </a:r>
            <a:endParaRPr dirty="0"/>
          </a:p>
          <a:p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последовательная</a:t>
            </a:r>
            <a:r>
              <a:rPr dirty="0"/>
              <a:t> </a:t>
            </a:r>
            <a:r>
              <a:rPr dirty="0" err="1"/>
              <a:t>обработка</a:t>
            </a:r>
            <a:r>
              <a:rPr dirty="0"/>
              <a:t> с </a:t>
            </a:r>
            <a:r>
              <a:rPr dirty="0" err="1"/>
              <a:t>контролем</a:t>
            </a:r>
            <a:r>
              <a:rPr dirty="0"/>
              <a:t> </a:t>
            </a:r>
            <a:r>
              <a:rPr dirty="0" err="1"/>
              <a:t>порядка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Типовой паттерн №1: Проверка скобок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Кладем</a:t>
            </a:r>
            <a:r>
              <a:rPr dirty="0"/>
              <a:t> </a:t>
            </a:r>
            <a:r>
              <a:rPr dirty="0" err="1"/>
              <a:t>открывающие</a:t>
            </a:r>
            <a:r>
              <a:rPr dirty="0"/>
              <a:t> </a:t>
            </a:r>
            <a:r>
              <a:rPr dirty="0" err="1"/>
              <a:t>скобки</a:t>
            </a:r>
            <a:r>
              <a:rPr dirty="0"/>
              <a:t> в </a:t>
            </a:r>
            <a:r>
              <a:rPr dirty="0" err="1"/>
              <a:t>стек</a:t>
            </a:r>
            <a:endParaRPr dirty="0"/>
          </a:p>
          <a:p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закрывающей</a:t>
            </a:r>
            <a:r>
              <a:rPr dirty="0"/>
              <a:t> — </a:t>
            </a:r>
            <a:r>
              <a:rPr dirty="0" err="1"/>
              <a:t>проверяем</a:t>
            </a:r>
            <a:r>
              <a:rPr dirty="0"/>
              <a:t> </a:t>
            </a:r>
            <a:r>
              <a:rPr dirty="0" err="1"/>
              <a:t>соответствие</a:t>
            </a:r>
            <a:r>
              <a:rPr dirty="0"/>
              <a:t> </a:t>
            </a:r>
            <a:r>
              <a:rPr dirty="0" err="1"/>
              <a:t>верхнему</a:t>
            </a:r>
            <a:r>
              <a:rPr dirty="0"/>
              <a:t> </a:t>
            </a:r>
            <a:r>
              <a:rPr dirty="0" err="1"/>
              <a:t>элементу</a:t>
            </a:r>
            <a:endParaRPr dirty="0"/>
          </a:p>
          <a:p>
            <a:r>
              <a:rPr dirty="0" err="1"/>
              <a:t>Пустой</a:t>
            </a:r>
            <a:r>
              <a:rPr dirty="0"/>
              <a:t> </a:t>
            </a:r>
            <a:r>
              <a:rPr dirty="0" err="1"/>
              <a:t>стек</a:t>
            </a:r>
            <a:r>
              <a:rPr dirty="0"/>
              <a:t> в </a:t>
            </a:r>
            <a:r>
              <a:rPr dirty="0" err="1"/>
              <a:t>конце</a:t>
            </a:r>
            <a:r>
              <a:rPr dirty="0"/>
              <a:t> — </a:t>
            </a:r>
            <a:r>
              <a:rPr dirty="0" err="1"/>
              <a:t>корректная</a:t>
            </a:r>
            <a:r>
              <a:rPr dirty="0"/>
              <a:t> </a:t>
            </a:r>
            <a:r>
              <a:rPr dirty="0" err="1"/>
              <a:t>строка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Типовой паттерн №2: Монотонный стек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Поддерживаем</a:t>
            </a:r>
            <a:r>
              <a:rPr dirty="0"/>
              <a:t> </a:t>
            </a:r>
            <a:r>
              <a:rPr dirty="0" err="1"/>
              <a:t>элементы</a:t>
            </a:r>
            <a:r>
              <a:rPr dirty="0"/>
              <a:t> в </a:t>
            </a:r>
            <a:r>
              <a:rPr dirty="0" err="1"/>
              <a:t>возрастающем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убывающем</a:t>
            </a:r>
            <a:r>
              <a:rPr dirty="0"/>
              <a:t> </a:t>
            </a:r>
            <a:r>
              <a:rPr dirty="0" err="1"/>
              <a:t>порядке</a:t>
            </a:r>
            <a:endParaRPr dirty="0"/>
          </a:p>
          <a:p>
            <a:r>
              <a:rPr dirty="0" err="1"/>
              <a:t>Каждый</a:t>
            </a:r>
            <a:r>
              <a:rPr dirty="0"/>
              <a:t> </a:t>
            </a:r>
            <a:r>
              <a:rPr dirty="0" err="1"/>
              <a:t>элемент</a:t>
            </a:r>
            <a:r>
              <a:rPr dirty="0"/>
              <a:t> </a:t>
            </a:r>
            <a:r>
              <a:rPr dirty="0" err="1"/>
              <a:t>добавляется</a:t>
            </a:r>
            <a:r>
              <a:rPr dirty="0"/>
              <a:t> и </a:t>
            </a:r>
            <a:r>
              <a:rPr dirty="0" err="1"/>
              <a:t>удаляется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раза</a:t>
            </a:r>
            <a:endParaRPr dirty="0"/>
          </a:p>
          <a:p>
            <a:r>
              <a:rPr dirty="0" err="1"/>
              <a:t>Сложность</a:t>
            </a:r>
            <a:r>
              <a:rPr dirty="0"/>
              <a:t> — O(n)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Где используется монотонный стек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Next Greater Element</a:t>
            </a:r>
          </a:p>
          <a:p>
            <a:r>
              <a:rPr dirty="0"/>
              <a:t>Daily Temperatures</a:t>
            </a:r>
          </a:p>
          <a:p>
            <a:r>
              <a:rPr dirty="0"/>
              <a:t>Largest Rectangle in Histogram</a:t>
            </a:r>
          </a:p>
          <a:p>
            <a:r>
              <a:rPr dirty="0"/>
              <a:t>Trapping Rain Water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Типовой паттерн №3: Удаление элементов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Поддержание</a:t>
            </a:r>
            <a:r>
              <a:rPr dirty="0"/>
              <a:t> </a:t>
            </a:r>
            <a:r>
              <a:rPr dirty="0" err="1"/>
              <a:t>оптимального</a:t>
            </a:r>
            <a:r>
              <a:rPr dirty="0"/>
              <a:t> </a:t>
            </a:r>
            <a:r>
              <a:rPr dirty="0" err="1"/>
              <a:t>состояния</a:t>
            </a:r>
            <a:endParaRPr dirty="0"/>
          </a:p>
          <a:p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текущий</a:t>
            </a:r>
            <a:r>
              <a:rPr dirty="0"/>
              <a:t> </a:t>
            </a:r>
            <a:r>
              <a:rPr dirty="0" err="1"/>
              <a:t>элемент</a:t>
            </a:r>
            <a:r>
              <a:rPr dirty="0"/>
              <a:t> </a:t>
            </a:r>
            <a:r>
              <a:rPr dirty="0" err="1"/>
              <a:t>лучше</a:t>
            </a:r>
            <a:r>
              <a:rPr dirty="0"/>
              <a:t> </a:t>
            </a:r>
            <a:r>
              <a:rPr dirty="0" err="1"/>
              <a:t>предыдущего</a:t>
            </a:r>
            <a:r>
              <a:rPr dirty="0"/>
              <a:t> — pop()</a:t>
            </a:r>
          </a:p>
          <a:p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удаление</a:t>
            </a:r>
            <a:r>
              <a:rPr dirty="0"/>
              <a:t> k </a:t>
            </a:r>
            <a:r>
              <a:rPr dirty="0" err="1"/>
              <a:t>цифр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минимизации</a:t>
            </a:r>
            <a:r>
              <a:rPr dirty="0"/>
              <a:t> </a:t>
            </a:r>
            <a:r>
              <a:rPr dirty="0" err="1"/>
              <a:t>числа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Типовой паттерн №4: Вычисление выражений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Reverse Polish Notation</a:t>
            </a:r>
          </a:p>
          <a:p>
            <a:r>
              <a:rPr dirty="0" err="1"/>
              <a:t>Преобразование</a:t>
            </a:r>
            <a:r>
              <a:rPr dirty="0"/>
              <a:t> infix → postfix</a:t>
            </a:r>
          </a:p>
          <a:p>
            <a:r>
              <a:rPr dirty="0" err="1"/>
              <a:t>Калькуляторы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Хранить значения или индексы?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важна</a:t>
            </a:r>
            <a:r>
              <a:rPr dirty="0"/>
              <a:t> </a:t>
            </a:r>
            <a:r>
              <a:rPr dirty="0" err="1"/>
              <a:t>позиция</a:t>
            </a:r>
            <a:r>
              <a:rPr dirty="0"/>
              <a:t> — </a:t>
            </a:r>
            <a:r>
              <a:rPr dirty="0" err="1"/>
              <a:t>храним</a:t>
            </a:r>
            <a:r>
              <a:rPr dirty="0"/>
              <a:t> </a:t>
            </a:r>
            <a:r>
              <a:rPr dirty="0" err="1"/>
              <a:t>индексы</a:t>
            </a:r>
            <a:endParaRPr dirty="0"/>
          </a:p>
          <a:p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важны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значения</a:t>
            </a:r>
            <a:r>
              <a:rPr dirty="0"/>
              <a:t> —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хранить</a:t>
            </a:r>
            <a:r>
              <a:rPr dirty="0"/>
              <a:t> </a:t>
            </a:r>
            <a:r>
              <a:rPr dirty="0" err="1"/>
              <a:t>значения</a:t>
            </a:r>
            <a:endParaRPr dirty="0"/>
          </a:p>
          <a:p>
            <a:r>
              <a:rPr dirty="0" err="1"/>
              <a:t>Частая</a:t>
            </a:r>
            <a:r>
              <a:rPr dirty="0"/>
              <a:t> </a:t>
            </a:r>
            <a:r>
              <a:rPr dirty="0" err="1"/>
              <a:t>ошибка</a:t>
            </a:r>
            <a:r>
              <a:rPr dirty="0"/>
              <a:t> — </a:t>
            </a:r>
            <a:r>
              <a:rPr dirty="0" err="1"/>
              <a:t>хранить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тот</a:t>
            </a:r>
            <a:r>
              <a:rPr dirty="0"/>
              <a:t> 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Классификация задач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Скобки</a:t>
            </a:r>
            <a:r>
              <a:rPr dirty="0"/>
              <a:t> — </a:t>
            </a:r>
            <a:r>
              <a:rPr dirty="0" err="1"/>
              <a:t>хранение</a:t>
            </a:r>
            <a:r>
              <a:rPr dirty="0"/>
              <a:t> </a:t>
            </a:r>
            <a:r>
              <a:rPr dirty="0" err="1"/>
              <a:t>символов</a:t>
            </a:r>
            <a:endParaRPr dirty="0"/>
          </a:p>
          <a:p>
            <a:r>
              <a:rPr dirty="0" err="1"/>
              <a:t>Монотонные</a:t>
            </a:r>
            <a:r>
              <a:rPr dirty="0"/>
              <a:t> </a:t>
            </a:r>
            <a:r>
              <a:rPr dirty="0" err="1"/>
              <a:t>структуры</a:t>
            </a:r>
            <a:r>
              <a:rPr dirty="0"/>
              <a:t> — </a:t>
            </a:r>
            <a:r>
              <a:rPr dirty="0" err="1"/>
              <a:t>хранение</a:t>
            </a:r>
            <a:r>
              <a:rPr dirty="0"/>
              <a:t> </a:t>
            </a:r>
            <a:r>
              <a:rPr dirty="0" err="1"/>
              <a:t>индексов</a:t>
            </a:r>
            <a:endParaRPr dirty="0"/>
          </a:p>
          <a:p>
            <a:r>
              <a:rPr dirty="0" err="1"/>
              <a:t>Удаление</a:t>
            </a:r>
            <a:r>
              <a:rPr dirty="0"/>
              <a:t> </a:t>
            </a:r>
            <a:r>
              <a:rPr dirty="0" err="1"/>
              <a:t>элементов</a:t>
            </a:r>
            <a:r>
              <a:rPr dirty="0"/>
              <a:t> — </a:t>
            </a:r>
            <a:r>
              <a:rPr dirty="0" err="1"/>
              <a:t>хранение</a:t>
            </a:r>
            <a:r>
              <a:rPr dirty="0"/>
              <a:t> </a:t>
            </a:r>
            <a:r>
              <a:rPr dirty="0" err="1"/>
              <a:t>значений</a:t>
            </a:r>
            <a:endParaRPr dirty="0"/>
          </a:p>
          <a:p>
            <a:r>
              <a:rPr dirty="0" err="1"/>
              <a:t>Вычисления</a:t>
            </a:r>
            <a:r>
              <a:rPr dirty="0"/>
              <a:t> — </a:t>
            </a:r>
            <a:r>
              <a:rPr dirty="0" err="1"/>
              <a:t>хранение</a:t>
            </a:r>
            <a:r>
              <a:rPr dirty="0"/>
              <a:t> </a:t>
            </a:r>
            <a:r>
              <a:rPr dirty="0" err="1"/>
              <a:t>операндов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Стек</a:t>
            </a:r>
            <a:r>
              <a:rPr dirty="0"/>
              <a:t> — </a:t>
            </a:r>
            <a:r>
              <a:rPr dirty="0" err="1"/>
              <a:t>инструмент</a:t>
            </a:r>
            <a:r>
              <a:rPr dirty="0"/>
              <a:t> </a:t>
            </a:r>
            <a:r>
              <a:rPr dirty="0" err="1"/>
              <a:t>контроля</a:t>
            </a:r>
            <a:r>
              <a:rPr dirty="0"/>
              <a:t> </a:t>
            </a:r>
            <a:r>
              <a:rPr dirty="0" err="1"/>
              <a:t>порядка</a:t>
            </a:r>
            <a:r>
              <a:rPr dirty="0"/>
              <a:t> </a:t>
            </a:r>
            <a:r>
              <a:rPr dirty="0" err="1"/>
              <a:t>обработки</a:t>
            </a:r>
            <a:endParaRPr dirty="0"/>
          </a:p>
          <a:p>
            <a:r>
              <a:rPr dirty="0" err="1"/>
              <a:t>Ключевое</a:t>
            </a:r>
            <a:r>
              <a:rPr dirty="0"/>
              <a:t> — </a:t>
            </a:r>
            <a:r>
              <a:rPr dirty="0" err="1"/>
              <a:t>правильный</a:t>
            </a:r>
            <a:r>
              <a:rPr dirty="0"/>
              <a:t> </a:t>
            </a:r>
            <a:r>
              <a:rPr dirty="0" err="1"/>
              <a:t>инвариант</a:t>
            </a:r>
            <a:endParaRPr dirty="0"/>
          </a:p>
          <a:p>
            <a:r>
              <a:rPr dirty="0" err="1"/>
              <a:t>Большинство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 </a:t>
            </a:r>
            <a:r>
              <a:rPr dirty="0" err="1"/>
              <a:t>решаются</a:t>
            </a:r>
            <a:r>
              <a:rPr dirty="0"/>
              <a:t> </a:t>
            </a:r>
            <a:r>
              <a:rPr dirty="0" err="1"/>
              <a:t>линейно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корректном</a:t>
            </a:r>
            <a:r>
              <a:rPr dirty="0"/>
              <a:t> </a:t>
            </a:r>
            <a:r>
              <a:rPr dirty="0" err="1"/>
              <a:t>подходе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309</Words>
  <Application>Microsoft Office PowerPoint</Application>
  <PresentationFormat>On-screen Show (4:3)</PresentationFormat>
  <Paragraphs>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Стек (Stack)</vt:lpstr>
      <vt:lpstr>Стек (Stack) и типовые задачи</vt:lpstr>
      <vt:lpstr>Что такое стек</vt:lpstr>
      <vt:lpstr>Базовые операции</vt:lpstr>
      <vt:lpstr>Реализация</vt:lpstr>
      <vt:lpstr>Когда стоит подумать о стеке</vt:lpstr>
      <vt:lpstr>Типовой паттерн №1: Проверка скобок</vt:lpstr>
      <vt:lpstr>Типовой паттерн №2: Монотонный стек</vt:lpstr>
      <vt:lpstr>Где используется монотонный стек</vt:lpstr>
      <vt:lpstr>Типовой паттерн №3: Удаление элементов</vt:lpstr>
      <vt:lpstr>Типовой паттерн №4: Вычисление выражений</vt:lpstr>
      <vt:lpstr>Хранить значения или индексы?</vt:lpstr>
      <vt:lpstr>Классификация задач</vt:lpstr>
      <vt:lpstr>Итоги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Денис Серажетдинов</cp:lastModifiedBy>
  <cp:revision>15</cp:revision>
  <dcterms:created xsi:type="dcterms:W3CDTF">2013-01-27T09:14:16Z</dcterms:created>
  <dcterms:modified xsi:type="dcterms:W3CDTF">2026-02-24T17:28:18Z</dcterms:modified>
  <cp:category/>
</cp:coreProperties>
</file>